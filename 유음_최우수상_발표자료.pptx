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23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1.png"/><Relationship Id="rId34" Type="http://schemas.openxmlformats.org/officeDocument/2006/relationships/image" Target="../media/image38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5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0.png"/><Relationship Id="rId19" Type="http://schemas.openxmlformats.org/officeDocument/2006/relationships/image" Target="../media/image24.png"/><Relationship Id="rId31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7.png"/><Relationship Id="rId26" Type="http://schemas.openxmlformats.org/officeDocument/2006/relationships/image" Target="../media/image53.png"/><Relationship Id="rId39" Type="http://schemas.openxmlformats.org/officeDocument/2006/relationships/image" Target="../media/image66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Relationship Id="rId2" Type="http://schemas.openxmlformats.org/officeDocument/2006/relationships/image" Target="../media/image45.png"/><Relationship Id="rId16" Type="http://schemas.openxmlformats.org/officeDocument/2006/relationships/image" Target="../media/image15.png"/><Relationship Id="rId20" Type="http://schemas.openxmlformats.org/officeDocument/2006/relationships/image" Target="../media/image21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40" Type="http://schemas.openxmlformats.org/officeDocument/2006/relationships/image" Target="../media/image67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image" Target="../media/image8.png"/><Relationship Id="rId19" Type="http://schemas.openxmlformats.org/officeDocument/2006/relationships/image" Target="../media/image47.png"/><Relationship Id="rId31" Type="http://schemas.openxmlformats.org/officeDocument/2006/relationships/image" Target="../media/image5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8" Type="http://schemas.openxmlformats.org/officeDocument/2006/relationships/image" Target="../media/image6.png"/><Relationship Id="rId3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68.png"/><Relationship Id="rId3" Type="http://schemas.openxmlformats.org/officeDocument/2006/relationships/image" Target="../media/image3.png"/><Relationship Id="rId21" Type="http://schemas.openxmlformats.org/officeDocument/2006/relationships/image" Target="../media/image7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72.png"/><Relationship Id="rId10" Type="http://schemas.openxmlformats.org/officeDocument/2006/relationships/image" Target="../media/image10.png"/><Relationship Id="rId19" Type="http://schemas.openxmlformats.org/officeDocument/2006/relationships/image" Target="../media/image6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26" Type="http://schemas.openxmlformats.org/officeDocument/2006/relationships/image" Target="../media/image81.png"/><Relationship Id="rId3" Type="http://schemas.openxmlformats.org/officeDocument/2006/relationships/image" Target="../media/image2.png"/><Relationship Id="rId21" Type="http://schemas.openxmlformats.org/officeDocument/2006/relationships/image" Target="../media/image76.png"/><Relationship Id="rId34" Type="http://schemas.openxmlformats.org/officeDocument/2006/relationships/image" Target="../media/image8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5" Type="http://schemas.openxmlformats.org/officeDocument/2006/relationships/image" Target="../media/image80.png"/><Relationship Id="rId33" Type="http://schemas.openxmlformats.org/officeDocument/2006/relationships/image" Target="../media/image87.png"/><Relationship Id="rId2" Type="http://schemas.openxmlformats.org/officeDocument/2006/relationships/image" Target="../media/image73.png"/><Relationship Id="rId16" Type="http://schemas.openxmlformats.org/officeDocument/2006/relationships/image" Target="../media/image16.png"/><Relationship Id="rId20" Type="http://schemas.openxmlformats.org/officeDocument/2006/relationships/image" Target="../media/image75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79.png"/><Relationship Id="rId32" Type="http://schemas.openxmlformats.org/officeDocument/2006/relationships/image" Target="../media/image86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23" Type="http://schemas.openxmlformats.org/officeDocument/2006/relationships/image" Target="../media/image78.png"/><Relationship Id="rId28" Type="http://schemas.openxmlformats.org/officeDocument/2006/relationships/image" Target="../media/image82.png"/><Relationship Id="rId10" Type="http://schemas.openxmlformats.org/officeDocument/2006/relationships/image" Target="../media/image9.png"/><Relationship Id="rId19" Type="http://schemas.openxmlformats.org/officeDocument/2006/relationships/image" Target="../media/image74.png"/><Relationship Id="rId31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77.png"/><Relationship Id="rId27" Type="http://schemas.openxmlformats.org/officeDocument/2006/relationships/image" Target="../media/image21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Relationship Id="rId8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26" Type="http://schemas.openxmlformats.org/officeDocument/2006/relationships/image" Target="../media/image97.png"/><Relationship Id="rId3" Type="http://schemas.openxmlformats.org/officeDocument/2006/relationships/image" Target="../media/image3.png"/><Relationship Id="rId21" Type="http://schemas.openxmlformats.org/officeDocument/2006/relationships/image" Target="../media/image92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96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95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94.png"/><Relationship Id="rId10" Type="http://schemas.openxmlformats.org/officeDocument/2006/relationships/image" Target="../media/image10.png"/><Relationship Id="rId19" Type="http://schemas.openxmlformats.org/officeDocument/2006/relationships/image" Target="../media/image9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26" Type="http://schemas.openxmlformats.org/officeDocument/2006/relationships/image" Target="../media/image104.png"/><Relationship Id="rId3" Type="http://schemas.openxmlformats.org/officeDocument/2006/relationships/image" Target="../media/image3.png"/><Relationship Id="rId21" Type="http://schemas.openxmlformats.org/officeDocument/2006/relationships/image" Target="../media/image92.png"/><Relationship Id="rId34" Type="http://schemas.openxmlformats.org/officeDocument/2006/relationships/image" Target="../media/image112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03.png"/><Relationship Id="rId33" Type="http://schemas.openxmlformats.org/officeDocument/2006/relationships/image" Target="../media/image111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91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02.png"/><Relationship Id="rId32" Type="http://schemas.openxmlformats.org/officeDocument/2006/relationships/image" Target="../media/image110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01.png"/><Relationship Id="rId28" Type="http://schemas.openxmlformats.org/officeDocument/2006/relationships/image" Target="../media/image106.png"/><Relationship Id="rId10" Type="http://schemas.openxmlformats.org/officeDocument/2006/relationships/image" Target="../media/image10.png"/><Relationship Id="rId19" Type="http://schemas.openxmlformats.org/officeDocument/2006/relationships/image" Target="../media/image99.png"/><Relationship Id="rId31" Type="http://schemas.openxmlformats.org/officeDocument/2006/relationships/image" Target="../media/image10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Relationship Id="rId30" Type="http://schemas.openxmlformats.org/officeDocument/2006/relationships/image" Target="../media/image108.png"/><Relationship Id="rId35" Type="http://schemas.openxmlformats.org/officeDocument/2006/relationships/image" Target="../media/image113.png"/><Relationship Id="rId8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1.png"/><Relationship Id="rId26" Type="http://schemas.openxmlformats.org/officeDocument/2006/relationships/image" Target="../media/image121.png"/><Relationship Id="rId3" Type="http://schemas.openxmlformats.org/officeDocument/2006/relationships/image" Target="../media/image3.png"/><Relationship Id="rId21" Type="http://schemas.openxmlformats.org/officeDocument/2006/relationships/image" Target="../media/image116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20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15.png"/><Relationship Id="rId29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19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118.png"/><Relationship Id="rId28" Type="http://schemas.openxmlformats.org/officeDocument/2006/relationships/image" Target="../media/image123.png"/><Relationship Id="rId10" Type="http://schemas.openxmlformats.org/officeDocument/2006/relationships/image" Target="../media/image10.png"/><Relationship Id="rId19" Type="http://schemas.openxmlformats.org/officeDocument/2006/relationships/image" Target="../media/image1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125.png"/><Relationship Id="rId26" Type="http://schemas.openxmlformats.org/officeDocument/2006/relationships/image" Target="../media/image131.png"/><Relationship Id="rId3" Type="http://schemas.openxmlformats.org/officeDocument/2006/relationships/image" Target="../media/image3.png"/><Relationship Id="rId21" Type="http://schemas.openxmlformats.org/officeDocument/2006/relationships/image" Target="../media/image127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30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29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92.png"/><Relationship Id="rId10" Type="http://schemas.openxmlformats.org/officeDocument/2006/relationships/image" Target="../media/image10.png"/><Relationship Id="rId19" Type="http://schemas.openxmlformats.org/officeDocument/2006/relationships/image" Target="../media/image126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28.png"/><Relationship Id="rId27" Type="http://schemas.openxmlformats.org/officeDocument/2006/relationships/image" Target="../media/image1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26" Type="http://schemas.openxmlformats.org/officeDocument/2006/relationships/image" Target="../media/image138.png"/><Relationship Id="rId3" Type="http://schemas.openxmlformats.org/officeDocument/2006/relationships/image" Target="../media/image3.png"/><Relationship Id="rId21" Type="http://schemas.openxmlformats.org/officeDocument/2006/relationships/image" Target="../media/image92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37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128.png"/><Relationship Id="rId29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36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10" Type="http://schemas.openxmlformats.org/officeDocument/2006/relationships/image" Target="../media/image10.png"/><Relationship Id="rId19" Type="http://schemas.openxmlformats.org/officeDocument/2006/relationships/image" Target="../media/image13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143.png"/><Relationship Id="rId26" Type="http://schemas.openxmlformats.org/officeDocument/2006/relationships/image" Target="../media/image150.png"/><Relationship Id="rId3" Type="http://schemas.openxmlformats.org/officeDocument/2006/relationships/image" Target="../media/image3.png"/><Relationship Id="rId21" Type="http://schemas.openxmlformats.org/officeDocument/2006/relationships/image" Target="../media/image145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49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48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47.png"/><Relationship Id="rId28" Type="http://schemas.openxmlformats.org/officeDocument/2006/relationships/image" Target="../media/image152.png"/><Relationship Id="rId10" Type="http://schemas.openxmlformats.org/officeDocument/2006/relationships/image" Target="../media/image10.png"/><Relationship Id="rId19" Type="http://schemas.openxmlformats.org/officeDocument/2006/relationships/image" Target="../media/image14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46.png"/><Relationship Id="rId27" Type="http://schemas.openxmlformats.org/officeDocument/2006/relationships/image" Target="../media/image15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26" Type="http://schemas.openxmlformats.org/officeDocument/2006/relationships/image" Target="../media/image160.png"/><Relationship Id="rId3" Type="http://schemas.openxmlformats.org/officeDocument/2006/relationships/image" Target="../media/image3.png"/><Relationship Id="rId21" Type="http://schemas.openxmlformats.org/officeDocument/2006/relationships/image" Target="../media/image155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59.png"/><Relationship Id="rId33" Type="http://schemas.openxmlformats.org/officeDocument/2006/relationships/image" Target="../media/image167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146.png"/><Relationship Id="rId29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58.png"/><Relationship Id="rId32" Type="http://schemas.openxmlformats.org/officeDocument/2006/relationships/image" Target="../media/image166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57.png"/><Relationship Id="rId28" Type="http://schemas.openxmlformats.org/officeDocument/2006/relationships/image" Target="../media/image162.png"/><Relationship Id="rId10" Type="http://schemas.openxmlformats.org/officeDocument/2006/relationships/image" Target="../media/image10.png"/><Relationship Id="rId19" Type="http://schemas.openxmlformats.org/officeDocument/2006/relationships/image" Target="../media/image154.png"/><Relationship Id="rId31" Type="http://schemas.openxmlformats.org/officeDocument/2006/relationships/image" Target="../media/image165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56.png"/><Relationship Id="rId27" Type="http://schemas.openxmlformats.org/officeDocument/2006/relationships/image" Target="../media/image161.png"/><Relationship Id="rId30" Type="http://schemas.openxmlformats.org/officeDocument/2006/relationships/image" Target="../media/image164.png"/><Relationship Id="rId8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168.png"/><Relationship Id="rId26" Type="http://schemas.openxmlformats.org/officeDocument/2006/relationships/image" Target="../media/image174.png"/><Relationship Id="rId3" Type="http://schemas.openxmlformats.org/officeDocument/2006/relationships/image" Target="../media/image3.png"/><Relationship Id="rId21" Type="http://schemas.openxmlformats.org/officeDocument/2006/relationships/image" Target="../media/image146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73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72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71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26" Type="http://schemas.openxmlformats.org/officeDocument/2006/relationships/image" Target="../media/image181.png"/><Relationship Id="rId3" Type="http://schemas.openxmlformats.org/officeDocument/2006/relationships/image" Target="../media/image3.png"/><Relationship Id="rId21" Type="http://schemas.openxmlformats.org/officeDocument/2006/relationships/image" Target="../media/image176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80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79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78.png"/><Relationship Id="rId10" Type="http://schemas.openxmlformats.org/officeDocument/2006/relationships/image" Target="../media/image10.png"/><Relationship Id="rId19" Type="http://schemas.openxmlformats.org/officeDocument/2006/relationships/image" Target="../media/image175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77.png"/><Relationship Id="rId27" Type="http://schemas.openxmlformats.org/officeDocument/2006/relationships/image" Target="../media/image18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1.png"/><Relationship Id="rId3" Type="http://schemas.openxmlformats.org/officeDocument/2006/relationships/image" Target="../media/image3.png"/><Relationship Id="rId21" Type="http://schemas.openxmlformats.org/officeDocument/2006/relationships/image" Target="../media/image184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47.png"/><Relationship Id="rId25" Type="http://schemas.openxmlformats.org/officeDocument/2006/relationships/image" Target="../media/image18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187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186.png"/><Relationship Id="rId10" Type="http://schemas.openxmlformats.org/officeDocument/2006/relationships/image" Target="../media/image10.png"/><Relationship Id="rId19" Type="http://schemas.openxmlformats.org/officeDocument/2006/relationships/image" Target="../media/image18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18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93.png"/><Relationship Id="rId3" Type="http://schemas.openxmlformats.org/officeDocument/2006/relationships/image" Target="../media/image3.png"/><Relationship Id="rId21" Type="http://schemas.openxmlformats.org/officeDocument/2006/relationships/image" Target="../media/image195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96.png"/><Relationship Id="rId26" Type="http://schemas.openxmlformats.org/officeDocument/2006/relationships/image" Target="../media/image203.png"/><Relationship Id="rId3" Type="http://schemas.openxmlformats.org/officeDocument/2006/relationships/image" Target="../media/image3.png"/><Relationship Id="rId21" Type="http://schemas.openxmlformats.org/officeDocument/2006/relationships/image" Target="../media/image199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0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01.png"/><Relationship Id="rId10" Type="http://schemas.openxmlformats.org/officeDocument/2006/relationships/image" Target="../media/image10.png"/><Relationship Id="rId19" Type="http://schemas.openxmlformats.org/officeDocument/2006/relationships/image" Target="../media/image197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00.png"/><Relationship Id="rId27" Type="http://schemas.openxmlformats.org/officeDocument/2006/relationships/image" Target="../media/image2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12.png"/><Relationship Id="rId3" Type="http://schemas.openxmlformats.org/officeDocument/2006/relationships/image" Target="../media/image2.png"/><Relationship Id="rId21" Type="http://schemas.openxmlformats.org/officeDocument/2006/relationships/image" Target="../media/image20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11.png"/><Relationship Id="rId2" Type="http://schemas.openxmlformats.org/officeDocument/2006/relationships/image" Target="../media/image205.png"/><Relationship Id="rId16" Type="http://schemas.openxmlformats.org/officeDocument/2006/relationships/image" Target="../media/image15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20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09.png"/><Relationship Id="rId27" Type="http://schemas.openxmlformats.org/officeDocument/2006/relationships/image" Target="../media/image213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205.png"/><Relationship Id="rId26" Type="http://schemas.openxmlformats.org/officeDocument/2006/relationships/image" Target="../media/image221.png"/><Relationship Id="rId3" Type="http://schemas.openxmlformats.org/officeDocument/2006/relationships/image" Target="../media/image3.png"/><Relationship Id="rId21" Type="http://schemas.openxmlformats.org/officeDocument/2006/relationships/image" Target="../media/image216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20.png"/><Relationship Id="rId33" Type="http://schemas.openxmlformats.org/officeDocument/2006/relationships/image" Target="../media/image22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15.png"/><Relationship Id="rId29" Type="http://schemas.openxmlformats.org/officeDocument/2006/relationships/image" Target="../media/image2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19.png"/><Relationship Id="rId32" Type="http://schemas.openxmlformats.org/officeDocument/2006/relationships/image" Target="../media/image226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10" Type="http://schemas.openxmlformats.org/officeDocument/2006/relationships/image" Target="../media/image10.png"/><Relationship Id="rId19" Type="http://schemas.openxmlformats.org/officeDocument/2006/relationships/image" Target="../media/image214.png"/><Relationship Id="rId31" Type="http://schemas.openxmlformats.org/officeDocument/2006/relationships/image" Target="../media/image225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1.png"/><Relationship Id="rId8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28.png"/><Relationship Id="rId26" Type="http://schemas.openxmlformats.org/officeDocument/2006/relationships/image" Target="../media/image234.png"/><Relationship Id="rId3" Type="http://schemas.openxmlformats.org/officeDocument/2006/relationships/image" Target="../media/image3.png"/><Relationship Id="rId21" Type="http://schemas.openxmlformats.org/officeDocument/2006/relationships/image" Target="../media/image23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33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29.png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2.png"/><Relationship Id="rId32" Type="http://schemas.openxmlformats.org/officeDocument/2006/relationships/image" Target="../media/image239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1.png"/><Relationship Id="rId28" Type="http://schemas.openxmlformats.org/officeDocument/2006/relationships/image" Target="../media/image236.png"/><Relationship Id="rId10" Type="http://schemas.openxmlformats.org/officeDocument/2006/relationships/image" Target="../media/image10.png"/><Relationship Id="rId19" Type="http://schemas.openxmlformats.org/officeDocument/2006/relationships/image" Target="../media/image224.png"/><Relationship Id="rId31" Type="http://schemas.openxmlformats.org/officeDocument/2006/relationships/image" Target="../media/image23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9.png"/><Relationship Id="rId27" Type="http://schemas.openxmlformats.org/officeDocument/2006/relationships/image" Target="../media/image235.png"/><Relationship Id="rId30" Type="http://schemas.openxmlformats.org/officeDocument/2006/relationships/image" Target="../media/image2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29.png"/><Relationship Id="rId26" Type="http://schemas.openxmlformats.org/officeDocument/2006/relationships/image" Target="../media/image246.png"/><Relationship Id="rId3" Type="http://schemas.openxmlformats.org/officeDocument/2006/relationships/image" Target="../media/image3.png"/><Relationship Id="rId21" Type="http://schemas.openxmlformats.org/officeDocument/2006/relationships/image" Target="../media/image24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4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1.png"/><Relationship Id="rId10" Type="http://schemas.openxmlformats.org/officeDocument/2006/relationships/image" Target="../media/image10.png"/><Relationship Id="rId19" Type="http://schemas.openxmlformats.org/officeDocument/2006/relationships/image" Target="../media/image24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43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52.png"/><Relationship Id="rId21" Type="http://schemas.openxmlformats.org/officeDocument/2006/relationships/image" Target="../media/image248.png"/><Relationship Id="rId34" Type="http://schemas.openxmlformats.org/officeDocument/2006/relationships/image" Target="../media/image25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51.png"/><Relationship Id="rId33" Type="http://schemas.openxmlformats.org/officeDocument/2006/relationships/image" Target="../media/image258.png"/><Relationship Id="rId2" Type="http://schemas.openxmlformats.org/officeDocument/2006/relationships/video" Target="../media/media1.mp4"/><Relationship Id="rId16" Type="http://schemas.openxmlformats.org/officeDocument/2006/relationships/image" Target="../media/image14.png"/><Relationship Id="rId20" Type="http://schemas.openxmlformats.org/officeDocument/2006/relationships/image" Target="../media/image247.png"/><Relationship Id="rId29" Type="http://schemas.openxmlformats.org/officeDocument/2006/relationships/image" Target="../media/image255.png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50.png"/><Relationship Id="rId32" Type="http://schemas.openxmlformats.org/officeDocument/2006/relationships/image" Target="../media/image257.png"/><Relationship Id="rId37" Type="http://schemas.openxmlformats.org/officeDocument/2006/relationships/image" Target="../media/image26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29.png"/><Relationship Id="rId28" Type="http://schemas.openxmlformats.org/officeDocument/2006/relationships/image" Target="../media/image254.png"/><Relationship Id="rId36" Type="http://schemas.openxmlformats.org/officeDocument/2006/relationships/image" Target="../media/image26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49.png"/><Relationship Id="rId27" Type="http://schemas.openxmlformats.org/officeDocument/2006/relationships/image" Target="../media/image253.png"/><Relationship Id="rId30" Type="http://schemas.openxmlformats.org/officeDocument/2006/relationships/image" Target="../media/image256.png"/><Relationship Id="rId35" Type="http://schemas.openxmlformats.org/officeDocument/2006/relationships/image" Target="../media/image260.png"/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263.png"/><Relationship Id="rId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3" Type="http://schemas.openxmlformats.org/officeDocument/2006/relationships/image" Target="../media/image2.png"/><Relationship Id="rId21" Type="http://schemas.openxmlformats.org/officeDocument/2006/relationships/image" Target="../media/image26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264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6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3" Type="http://schemas.openxmlformats.org/officeDocument/2006/relationships/image" Target="../media/image2.png"/><Relationship Id="rId21" Type="http://schemas.openxmlformats.org/officeDocument/2006/relationships/image" Target="../media/image27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268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6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7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3" Type="http://schemas.openxmlformats.org/officeDocument/2006/relationships/image" Target="../media/image2.png"/><Relationship Id="rId21" Type="http://schemas.openxmlformats.org/officeDocument/2006/relationships/image" Target="../media/image27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272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7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7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3" Type="http://schemas.openxmlformats.org/officeDocument/2006/relationships/image" Target="../media/image2.png"/><Relationship Id="rId21" Type="http://schemas.openxmlformats.org/officeDocument/2006/relationships/image" Target="../media/image27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276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7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7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3" Type="http://schemas.openxmlformats.org/officeDocument/2006/relationships/image" Target="../media/image2.png"/><Relationship Id="rId21" Type="http://schemas.openxmlformats.org/officeDocument/2006/relationships/image" Target="../media/image28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280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8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8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47.png"/><Relationship Id="rId3" Type="http://schemas.openxmlformats.org/officeDocument/2006/relationships/image" Target="../media/image2.png"/><Relationship Id="rId21" Type="http://schemas.openxmlformats.org/officeDocument/2006/relationships/image" Target="../media/image28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284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288.png"/><Relationship Id="rId4" Type="http://schemas.openxmlformats.org/officeDocument/2006/relationships/image" Target="../media/image190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96.png"/><Relationship Id="rId39" Type="http://schemas.openxmlformats.org/officeDocument/2006/relationships/image" Target="../media/image308.png"/><Relationship Id="rId21" Type="http://schemas.openxmlformats.org/officeDocument/2006/relationships/image" Target="../media/image292.png"/><Relationship Id="rId34" Type="http://schemas.openxmlformats.org/officeDocument/2006/relationships/image" Target="../media/image303.png"/><Relationship Id="rId42" Type="http://schemas.openxmlformats.org/officeDocument/2006/relationships/image" Target="../media/image311.png"/><Relationship Id="rId47" Type="http://schemas.openxmlformats.org/officeDocument/2006/relationships/image" Target="../media/image316.png"/><Relationship Id="rId50" Type="http://schemas.openxmlformats.org/officeDocument/2006/relationships/image" Target="../media/image319.png"/><Relationship Id="rId7" Type="http://schemas.openxmlformats.org/officeDocument/2006/relationships/image" Target="../media/image5.png"/><Relationship Id="rId2" Type="http://schemas.openxmlformats.org/officeDocument/2006/relationships/image" Target="../media/image289.png"/><Relationship Id="rId16" Type="http://schemas.openxmlformats.org/officeDocument/2006/relationships/image" Target="../media/image14.png"/><Relationship Id="rId29" Type="http://schemas.openxmlformats.org/officeDocument/2006/relationships/image" Target="../media/image299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32" Type="http://schemas.openxmlformats.org/officeDocument/2006/relationships/image" Target="../media/image301.png"/><Relationship Id="rId37" Type="http://schemas.openxmlformats.org/officeDocument/2006/relationships/image" Target="../media/image306.png"/><Relationship Id="rId40" Type="http://schemas.openxmlformats.org/officeDocument/2006/relationships/image" Target="../media/image309.png"/><Relationship Id="rId45" Type="http://schemas.openxmlformats.org/officeDocument/2006/relationships/image" Target="../media/image314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94.png"/><Relationship Id="rId28" Type="http://schemas.openxmlformats.org/officeDocument/2006/relationships/image" Target="../media/image298.png"/><Relationship Id="rId36" Type="http://schemas.openxmlformats.org/officeDocument/2006/relationships/image" Target="../media/image305.png"/><Relationship Id="rId49" Type="http://schemas.openxmlformats.org/officeDocument/2006/relationships/image" Target="../media/image318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7.png"/><Relationship Id="rId44" Type="http://schemas.openxmlformats.org/officeDocument/2006/relationships/image" Target="../media/image313.png"/><Relationship Id="rId52" Type="http://schemas.openxmlformats.org/officeDocument/2006/relationships/image" Target="../media/image32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93.png"/><Relationship Id="rId27" Type="http://schemas.openxmlformats.org/officeDocument/2006/relationships/image" Target="../media/image297.png"/><Relationship Id="rId30" Type="http://schemas.openxmlformats.org/officeDocument/2006/relationships/image" Target="../media/image300.png"/><Relationship Id="rId35" Type="http://schemas.openxmlformats.org/officeDocument/2006/relationships/image" Target="../media/image304.png"/><Relationship Id="rId43" Type="http://schemas.openxmlformats.org/officeDocument/2006/relationships/image" Target="../media/image312.png"/><Relationship Id="rId48" Type="http://schemas.openxmlformats.org/officeDocument/2006/relationships/image" Target="../media/image317.png"/><Relationship Id="rId8" Type="http://schemas.openxmlformats.org/officeDocument/2006/relationships/image" Target="../media/image6.png"/><Relationship Id="rId51" Type="http://schemas.openxmlformats.org/officeDocument/2006/relationships/image" Target="../media/image320.png"/><Relationship Id="rId3" Type="http://schemas.openxmlformats.org/officeDocument/2006/relationships/image" Target="../media/image290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95.png"/><Relationship Id="rId33" Type="http://schemas.openxmlformats.org/officeDocument/2006/relationships/image" Target="../media/image302.png"/><Relationship Id="rId38" Type="http://schemas.openxmlformats.org/officeDocument/2006/relationships/image" Target="../media/image307.png"/><Relationship Id="rId46" Type="http://schemas.openxmlformats.org/officeDocument/2006/relationships/image" Target="../media/image315.png"/><Relationship Id="rId20" Type="http://schemas.openxmlformats.org/officeDocument/2006/relationships/image" Target="../media/image291.png"/><Relationship Id="rId41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21.png"/><Relationship Id="rId26" Type="http://schemas.openxmlformats.org/officeDocument/2006/relationships/image" Target="../media/image328.png"/><Relationship Id="rId39" Type="http://schemas.openxmlformats.org/officeDocument/2006/relationships/image" Target="../media/image341.png"/><Relationship Id="rId21" Type="http://schemas.openxmlformats.org/officeDocument/2006/relationships/image" Target="../media/image47.png"/><Relationship Id="rId34" Type="http://schemas.openxmlformats.org/officeDocument/2006/relationships/image" Target="../media/image336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327.png"/><Relationship Id="rId33" Type="http://schemas.openxmlformats.org/officeDocument/2006/relationships/image" Target="../media/image335.png"/><Relationship Id="rId38" Type="http://schemas.openxmlformats.org/officeDocument/2006/relationships/image" Target="../media/image340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323.png"/><Relationship Id="rId29" Type="http://schemas.openxmlformats.org/officeDocument/2006/relationships/image" Target="../media/image3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326.png"/><Relationship Id="rId32" Type="http://schemas.openxmlformats.org/officeDocument/2006/relationships/image" Target="../media/image334.png"/><Relationship Id="rId37" Type="http://schemas.openxmlformats.org/officeDocument/2006/relationships/image" Target="../media/image339.png"/><Relationship Id="rId40" Type="http://schemas.openxmlformats.org/officeDocument/2006/relationships/image" Target="../media/image34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325.png"/><Relationship Id="rId28" Type="http://schemas.openxmlformats.org/officeDocument/2006/relationships/image" Target="../media/image330.png"/><Relationship Id="rId36" Type="http://schemas.openxmlformats.org/officeDocument/2006/relationships/image" Target="../media/image338.png"/><Relationship Id="rId10" Type="http://schemas.openxmlformats.org/officeDocument/2006/relationships/image" Target="../media/image10.png"/><Relationship Id="rId19" Type="http://schemas.openxmlformats.org/officeDocument/2006/relationships/image" Target="../media/image322.png"/><Relationship Id="rId31" Type="http://schemas.openxmlformats.org/officeDocument/2006/relationships/image" Target="../media/image33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324.png"/><Relationship Id="rId27" Type="http://schemas.openxmlformats.org/officeDocument/2006/relationships/image" Target="../media/image329.png"/><Relationship Id="rId30" Type="http://schemas.openxmlformats.org/officeDocument/2006/relationships/image" Target="../media/image332.png"/><Relationship Id="rId35" Type="http://schemas.openxmlformats.org/officeDocument/2006/relationships/image" Target="../media/image337.png"/><Relationship Id="rId8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2.png"/><Relationship Id="rId18" Type="http://schemas.openxmlformats.org/officeDocument/2006/relationships/image" Target="../media/image357.png"/><Relationship Id="rId26" Type="http://schemas.openxmlformats.org/officeDocument/2006/relationships/image" Target="../media/image365.png"/><Relationship Id="rId39" Type="http://schemas.openxmlformats.org/officeDocument/2006/relationships/image" Target="../media/image378.png"/><Relationship Id="rId21" Type="http://schemas.openxmlformats.org/officeDocument/2006/relationships/image" Target="../media/image360.png"/><Relationship Id="rId34" Type="http://schemas.openxmlformats.org/officeDocument/2006/relationships/image" Target="../media/image373.png"/><Relationship Id="rId7" Type="http://schemas.openxmlformats.org/officeDocument/2006/relationships/image" Target="../media/image346.png"/><Relationship Id="rId12" Type="http://schemas.openxmlformats.org/officeDocument/2006/relationships/image" Target="../media/image351.png"/><Relationship Id="rId17" Type="http://schemas.openxmlformats.org/officeDocument/2006/relationships/image" Target="../media/image356.png"/><Relationship Id="rId25" Type="http://schemas.openxmlformats.org/officeDocument/2006/relationships/image" Target="../media/image364.png"/><Relationship Id="rId33" Type="http://schemas.openxmlformats.org/officeDocument/2006/relationships/image" Target="../media/image372.png"/><Relationship Id="rId38" Type="http://schemas.openxmlformats.org/officeDocument/2006/relationships/image" Target="../media/image377.png"/><Relationship Id="rId2" Type="http://schemas.openxmlformats.org/officeDocument/2006/relationships/image" Target="../media/image13.png"/><Relationship Id="rId16" Type="http://schemas.openxmlformats.org/officeDocument/2006/relationships/image" Target="../media/image355.png"/><Relationship Id="rId20" Type="http://schemas.openxmlformats.org/officeDocument/2006/relationships/image" Target="../media/image359.png"/><Relationship Id="rId29" Type="http://schemas.openxmlformats.org/officeDocument/2006/relationships/image" Target="../media/image3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5.png"/><Relationship Id="rId11" Type="http://schemas.openxmlformats.org/officeDocument/2006/relationships/image" Target="../media/image350.png"/><Relationship Id="rId24" Type="http://schemas.openxmlformats.org/officeDocument/2006/relationships/image" Target="../media/image363.png"/><Relationship Id="rId32" Type="http://schemas.openxmlformats.org/officeDocument/2006/relationships/image" Target="../media/image371.png"/><Relationship Id="rId37" Type="http://schemas.openxmlformats.org/officeDocument/2006/relationships/image" Target="../media/image376.png"/><Relationship Id="rId5" Type="http://schemas.openxmlformats.org/officeDocument/2006/relationships/image" Target="../media/image344.png"/><Relationship Id="rId15" Type="http://schemas.openxmlformats.org/officeDocument/2006/relationships/image" Target="../media/image354.png"/><Relationship Id="rId23" Type="http://schemas.openxmlformats.org/officeDocument/2006/relationships/image" Target="../media/image362.png"/><Relationship Id="rId28" Type="http://schemas.openxmlformats.org/officeDocument/2006/relationships/image" Target="../media/image367.png"/><Relationship Id="rId36" Type="http://schemas.openxmlformats.org/officeDocument/2006/relationships/image" Target="../media/image375.png"/><Relationship Id="rId10" Type="http://schemas.openxmlformats.org/officeDocument/2006/relationships/image" Target="../media/image349.png"/><Relationship Id="rId19" Type="http://schemas.openxmlformats.org/officeDocument/2006/relationships/image" Target="../media/image358.png"/><Relationship Id="rId31" Type="http://schemas.openxmlformats.org/officeDocument/2006/relationships/image" Target="../media/image370.png"/><Relationship Id="rId4" Type="http://schemas.openxmlformats.org/officeDocument/2006/relationships/image" Target="../media/image343.png"/><Relationship Id="rId9" Type="http://schemas.openxmlformats.org/officeDocument/2006/relationships/image" Target="../media/image348.png"/><Relationship Id="rId14" Type="http://schemas.openxmlformats.org/officeDocument/2006/relationships/image" Target="../media/image353.png"/><Relationship Id="rId22" Type="http://schemas.openxmlformats.org/officeDocument/2006/relationships/image" Target="../media/image361.png"/><Relationship Id="rId27" Type="http://schemas.openxmlformats.org/officeDocument/2006/relationships/image" Target="../media/image366.png"/><Relationship Id="rId30" Type="http://schemas.openxmlformats.org/officeDocument/2006/relationships/image" Target="../media/image369.png"/><Relationship Id="rId35" Type="http://schemas.openxmlformats.org/officeDocument/2006/relationships/image" Target="../media/image374.png"/><Relationship Id="rId8" Type="http://schemas.openxmlformats.org/officeDocument/2006/relationships/image" Target="../media/image347.png"/><Relationship Id="rId3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380.png"/><Relationship Id="rId39" Type="http://schemas.openxmlformats.org/officeDocument/2006/relationships/image" Target="../media/image307.png"/><Relationship Id="rId21" Type="http://schemas.openxmlformats.org/officeDocument/2006/relationships/image" Target="../media/image291.png"/><Relationship Id="rId34" Type="http://schemas.openxmlformats.org/officeDocument/2006/relationships/image" Target="../media/image302.png"/><Relationship Id="rId42" Type="http://schemas.openxmlformats.org/officeDocument/2006/relationships/image" Target="../media/image310.png"/><Relationship Id="rId47" Type="http://schemas.openxmlformats.org/officeDocument/2006/relationships/image" Target="../media/image315.png"/><Relationship Id="rId50" Type="http://schemas.openxmlformats.org/officeDocument/2006/relationships/image" Target="../media/image318.png"/><Relationship Id="rId7" Type="http://schemas.openxmlformats.org/officeDocument/2006/relationships/image" Target="../media/image4.png"/><Relationship Id="rId2" Type="http://schemas.openxmlformats.org/officeDocument/2006/relationships/image" Target="../media/image379.png"/><Relationship Id="rId16" Type="http://schemas.openxmlformats.org/officeDocument/2006/relationships/image" Target="../media/image13.png"/><Relationship Id="rId29" Type="http://schemas.openxmlformats.org/officeDocument/2006/relationships/image" Target="../media/image298.png"/><Relationship Id="rId11" Type="http://schemas.openxmlformats.org/officeDocument/2006/relationships/image" Target="../media/image8.png"/><Relationship Id="rId24" Type="http://schemas.openxmlformats.org/officeDocument/2006/relationships/image" Target="../media/image294.png"/><Relationship Id="rId32" Type="http://schemas.openxmlformats.org/officeDocument/2006/relationships/image" Target="../media/image47.png"/><Relationship Id="rId37" Type="http://schemas.openxmlformats.org/officeDocument/2006/relationships/image" Target="../media/image305.png"/><Relationship Id="rId40" Type="http://schemas.openxmlformats.org/officeDocument/2006/relationships/image" Target="../media/image308.png"/><Relationship Id="rId45" Type="http://schemas.openxmlformats.org/officeDocument/2006/relationships/image" Target="../media/image313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93.png"/><Relationship Id="rId28" Type="http://schemas.openxmlformats.org/officeDocument/2006/relationships/image" Target="../media/image297.png"/><Relationship Id="rId36" Type="http://schemas.openxmlformats.org/officeDocument/2006/relationships/image" Target="../media/image304.png"/><Relationship Id="rId49" Type="http://schemas.openxmlformats.org/officeDocument/2006/relationships/image" Target="../media/image317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300.png"/><Relationship Id="rId44" Type="http://schemas.openxmlformats.org/officeDocument/2006/relationships/image" Target="../media/image312.png"/><Relationship Id="rId52" Type="http://schemas.openxmlformats.org/officeDocument/2006/relationships/image" Target="../media/image320.png"/><Relationship Id="rId4" Type="http://schemas.openxmlformats.org/officeDocument/2006/relationships/image" Target="../media/image290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292.png"/><Relationship Id="rId27" Type="http://schemas.openxmlformats.org/officeDocument/2006/relationships/image" Target="../media/image381.png"/><Relationship Id="rId30" Type="http://schemas.openxmlformats.org/officeDocument/2006/relationships/image" Target="../media/image299.png"/><Relationship Id="rId35" Type="http://schemas.openxmlformats.org/officeDocument/2006/relationships/image" Target="../media/image303.png"/><Relationship Id="rId43" Type="http://schemas.openxmlformats.org/officeDocument/2006/relationships/image" Target="../media/image311.png"/><Relationship Id="rId48" Type="http://schemas.openxmlformats.org/officeDocument/2006/relationships/image" Target="../media/image316.png"/><Relationship Id="rId8" Type="http://schemas.openxmlformats.org/officeDocument/2006/relationships/image" Target="../media/image5.png"/><Relationship Id="rId51" Type="http://schemas.openxmlformats.org/officeDocument/2006/relationships/image" Target="../media/image319.png"/><Relationship Id="rId3" Type="http://schemas.openxmlformats.org/officeDocument/2006/relationships/image" Target="../media/image289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1.png"/><Relationship Id="rId33" Type="http://schemas.openxmlformats.org/officeDocument/2006/relationships/image" Target="../media/image301.png"/><Relationship Id="rId38" Type="http://schemas.openxmlformats.org/officeDocument/2006/relationships/image" Target="../media/image306.png"/><Relationship Id="rId46" Type="http://schemas.openxmlformats.org/officeDocument/2006/relationships/image" Target="../media/image314.png"/><Relationship Id="rId20" Type="http://schemas.openxmlformats.org/officeDocument/2006/relationships/image" Target="../media/image17.png"/><Relationship Id="rId41" Type="http://schemas.openxmlformats.org/officeDocument/2006/relationships/image" Target="../media/image3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21.png"/><Relationship Id="rId26" Type="http://schemas.openxmlformats.org/officeDocument/2006/relationships/image" Target="../media/image388.png"/><Relationship Id="rId39" Type="http://schemas.openxmlformats.org/officeDocument/2006/relationships/image" Target="../media/image398.png"/><Relationship Id="rId21" Type="http://schemas.openxmlformats.org/officeDocument/2006/relationships/image" Target="../media/image47.png"/><Relationship Id="rId34" Type="http://schemas.openxmlformats.org/officeDocument/2006/relationships/image" Target="../media/image395.png"/><Relationship Id="rId42" Type="http://schemas.openxmlformats.org/officeDocument/2006/relationships/image" Target="../media/image401.png"/><Relationship Id="rId47" Type="http://schemas.openxmlformats.org/officeDocument/2006/relationships/image" Target="../media/image406.png"/><Relationship Id="rId50" Type="http://schemas.openxmlformats.org/officeDocument/2006/relationships/image" Target="../media/image409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9" Type="http://schemas.openxmlformats.org/officeDocument/2006/relationships/image" Target="../media/image391.png"/><Relationship Id="rId11" Type="http://schemas.openxmlformats.org/officeDocument/2006/relationships/image" Target="../media/image11.png"/><Relationship Id="rId24" Type="http://schemas.openxmlformats.org/officeDocument/2006/relationships/image" Target="../media/image386.png"/><Relationship Id="rId32" Type="http://schemas.openxmlformats.org/officeDocument/2006/relationships/image" Target="../media/image393.png"/><Relationship Id="rId37" Type="http://schemas.openxmlformats.org/officeDocument/2006/relationships/image" Target="../media/image396.png"/><Relationship Id="rId40" Type="http://schemas.openxmlformats.org/officeDocument/2006/relationships/image" Target="../media/image399.png"/><Relationship Id="rId45" Type="http://schemas.openxmlformats.org/officeDocument/2006/relationships/image" Target="../media/image40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385.png"/><Relationship Id="rId28" Type="http://schemas.openxmlformats.org/officeDocument/2006/relationships/image" Target="../media/image390.png"/><Relationship Id="rId36" Type="http://schemas.openxmlformats.org/officeDocument/2006/relationships/image" Target="../media/image341.png"/><Relationship Id="rId49" Type="http://schemas.openxmlformats.org/officeDocument/2006/relationships/image" Target="../media/image408.png"/><Relationship Id="rId10" Type="http://schemas.openxmlformats.org/officeDocument/2006/relationships/image" Target="../media/image10.png"/><Relationship Id="rId19" Type="http://schemas.openxmlformats.org/officeDocument/2006/relationships/image" Target="../media/image382.png"/><Relationship Id="rId31" Type="http://schemas.openxmlformats.org/officeDocument/2006/relationships/image" Target="../media/image337.png"/><Relationship Id="rId44" Type="http://schemas.openxmlformats.org/officeDocument/2006/relationships/image" Target="../media/image40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384.png"/><Relationship Id="rId27" Type="http://schemas.openxmlformats.org/officeDocument/2006/relationships/image" Target="../media/image389.png"/><Relationship Id="rId30" Type="http://schemas.openxmlformats.org/officeDocument/2006/relationships/image" Target="../media/image392.png"/><Relationship Id="rId35" Type="http://schemas.openxmlformats.org/officeDocument/2006/relationships/image" Target="../media/image340.png"/><Relationship Id="rId43" Type="http://schemas.openxmlformats.org/officeDocument/2006/relationships/image" Target="../media/image402.png"/><Relationship Id="rId48" Type="http://schemas.openxmlformats.org/officeDocument/2006/relationships/image" Target="../media/image407.png"/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387.png"/><Relationship Id="rId33" Type="http://schemas.openxmlformats.org/officeDocument/2006/relationships/image" Target="../media/image394.png"/><Relationship Id="rId38" Type="http://schemas.openxmlformats.org/officeDocument/2006/relationships/image" Target="../media/image397.png"/><Relationship Id="rId46" Type="http://schemas.openxmlformats.org/officeDocument/2006/relationships/image" Target="../media/image405.png"/><Relationship Id="rId20" Type="http://schemas.openxmlformats.org/officeDocument/2006/relationships/image" Target="../media/image383.png"/><Relationship Id="rId41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21.png"/><Relationship Id="rId26" Type="http://schemas.openxmlformats.org/officeDocument/2006/relationships/image" Target="../media/image416.png"/><Relationship Id="rId39" Type="http://schemas.openxmlformats.org/officeDocument/2006/relationships/image" Target="../media/image429.png"/><Relationship Id="rId21" Type="http://schemas.openxmlformats.org/officeDocument/2006/relationships/image" Target="../media/image47.png"/><Relationship Id="rId34" Type="http://schemas.openxmlformats.org/officeDocument/2006/relationships/image" Target="../media/image42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411.png"/><Relationship Id="rId29" Type="http://schemas.openxmlformats.org/officeDocument/2006/relationships/image" Target="../media/image419.png"/><Relationship Id="rId41" Type="http://schemas.openxmlformats.org/officeDocument/2006/relationships/image" Target="../media/image4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414.png"/><Relationship Id="rId32" Type="http://schemas.openxmlformats.org/officeDocument/2006/relationships/image" Target="../media/image422.png"/><Relationship Id="rId37" Type="http://schemas.openxmlformats.org/officeDocument/2006/relationships/image" Target="../media/image427.png"/><Relationship Id="rId40" Type="http://schemas.openxmlformats.org/officeDocument/2006/relationships/image" Target="../media/image430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413.png"/><Relationship Id="rId28" Type="http://schemas.openxmlformats.org/officeDocument/2006/relationships/image" Target="../media/image418.png"/><Relationship Id="rId36" Type="http://schemas.openxmlformats.org/officeDocument/2006/relationships/image" Target="../media/image426.png"/><Relationship Id="rId10" Type="http://schemas.openxmlformats.org/officeDocument/2006/relationships/image" Target="../media/image10.png"/><Relationship Id="rId19" Type="http://schemas.openxmlformats.org/officeDocument/2006/relationships/image" Target="../media/image410.png"/><Relationship Id="rId31" Type="http://schemas.openxmlformats.org/officeDocument/2006/relationships/image" Target="../media/image4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412.png"/><Relationship Id="rId27" Type="http://schemas.openxmlformats.org/officeDocument/2006/relationships/image" Target="../media/image417.png"/><Relationship Id="rId30" Type="http://schemas.openxmlformats.org/officeDocument/2006/relationships/image" Target="../media/image420.png"/><Relationship Id="rId35" Type="http://schemas.openxmlformats.org/officeDocument/2006/relationships/image" Target="../media/image425.png"/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415.png"/><Relationship Id="rId33" Type="http://schemas.openxmlformats.org/officeDocument/2006/relationships/image" Target="../media/image423.png"/><Relationship Id="rId38" Type="http://schemas.openxmlformats.org/officeDocument/2006/relationships/image" Target="../media/image4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432.png"/><Relationship Id="rId4" Type="http://schemas.openxmlformats.org/officeDocument/2006/relationships/image" Target="../media/image19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1.png"/><Relationship Id="rId26" Type="http://schemas.openxmlformats.org/officeDocument/2006/relationships/image" Target="../media/image439.png"/><Relationship Id="rId3" Type="http://schemas.openxmlformats.org/officeDocument/2006/relationships/image" Target="../media/image3.png"/><Relationship Id="rId21" Type="http://schemas.openxmlformats.org/officeDocument/2006/relationships/image" Target="../media/image47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438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4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437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436.png"/><Relationship Id="rId10" Type="http://schemas.openxmlformats.org/officeDocument/2006/relationships/image" Target="../media/image10.png"/><Relationship Id="rId19" Type="http://schemas.openxmlformats.org/officeDocument/2006/relationships/image" Target="../media/image43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435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446.png"/><Relationship Id="rId39" Type="http://schemas.openxmlformats.org/officeDocument/2006/relationships/image" Target="../media/image458.png"/><Relationship Id="rId21" Type="http://schemas.openxmlformats.org/officeDocument/2006/relationships/image" Target="../media/image442.png"/><Relationship Id="rId34" Type="http://schemas.openxmlformats.org/officeDocument/2006/relationships/image" Target="../media/image453.png"/><Relationship Id="rId42" Type="http://schemas.openxmlformats.org/officeDocument/2006/relationships/image" Target="../media/image461.png"/><Relationship Id="rId47" Type="http://schemas.openxmlformats.org/officeDocument/2006/relationships/image" Target="../media/image466.png"/><Relationship Id="rId7" Type="http://schemas.openxmlformats.org/officeDocument/2006/relationships/image" Target="../media/image6.png"/><Relationship Id="rId2" Type="http://schemas.openxmlformats.org/officeDocument/2006/relationships/image" Target="../media/image440.png"/><Relationship Id="rId16" Type="http://schemas.openxmlformats.org/officeDocument/2006/relationships/image" Target="../media/image15.png"/><Relationship Id="rId29" Type="http://schemas.openxmlformats.org/officeDocument/2006/relationships/image" Target="../media/image437.png"/><Relationship Id="rId11" Type="http://schemas.openxmlformats.org/officeDocument/2006/relationships/image" Target="../media/image10.png"/><Relationship Id="rId24" Type="http://schemas.openxmlformats.org/officeDocument/2006/relationships/image" Target="../media/image444.png"/><Relationship Id="rId32" Type="http://schemas.openxmlformats.org/officeDocument/2006/relationships/image" Target="../media/image451.png"/><Relationship Id="rId37" Type="http://schemas.openxmlformats.org/officeDocument/2006/relationships/image" Target="../media/image456.png"/><Relationship Id="rId40" Type="http://schemas.openxmlformats.org/officeDocument/2006/relationships/image" Target="../media/image459.png"/><Relationship Id="rId45" Type="http://schemas.openxmlformats.org/officeDocument/2006/relationships/image" Target="../media/image46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443.png"/><Relationship Id="rId28" Type="http://schemas.openxmlformats.org/officeDocument/2006/relationships/image" Target="../media/image448.png"/><Relationship Id="rId36" Type="http://schemas.openxmlformats.org/officeDocument/2006/relationships/image" Target="../media/image455.png"/><Relationship Id="rId49" Type="http://schemas.openxmlformats.org/officeDocument/2006/relationships/image" Target="../media/image468.png"/><Relationship Id="rId10" Type="http://schemas.openxmlformats.org/officeDocument/2006/relationships/image" Target="../media/image9.png"/><Relationship Id="rId19" Type="http://schemas.openxmlformats.org/officeDocument/2006/relationships/image" Target="../media/image21.png"/><Relationship Id="rId31" Type="http://schemas.openxmlformats.org/officeDocument/2006/relationships/image" Target="../media/image450.png"/><Relationship Id="rId44" Type="http://schemas.openxmlformats.org/officeDocument/2006/relationships/image" Target="../media/image46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47.png"/><Relationship Id="rId27" Type="http://schemas.openxmlformats.org/officeDocument/2006/relationships/image" Target="../media/image447.png"/><Relationship Id="rId30" Type="http://schemas.openxmlformats.org/officeDocument/2006/relationships/image" Target="../media/image449.png"/><Relationship Id="rId35" Type="http://schemas.openxmlformats.org/officeDocument/2006/relationships/image" Target="../media/image454.png"/><Relationship Id="rId43" Type="http://schemas.openxmlformats.org/officeDocument/2006/relationships/image" Target="../media/image462.png"/><Relationship Id="rId48" Type="http://schemas.openxmlformats.org/officeDocument/2006/relationships/image" Target="../media/image467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445.png"/><Relationship Id="rId33" Type="http://schemas.openxmlformats.org/officeDocument/2006/relationships/image" Target="../media/image452.png"/><Relationship Id="rId38" Type="http://schemas.openxmlformats.org/officeDocument/2006/relationships/image" Target="../media/image457.png"/><Relationship Id="rId46" Type="http://schemas.openxmlformats.org/officeDocument/2006/relationships/image" Target="../media/image465.png"/><Relationship Id="rId20" Type="http://schemas.openxmlformats.org/officeDocument/2006/relationships/image" Target="../media/image441.png"/><Relationship Id="rId41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5.png"/><Relationship Id="rId11" Type="http://schemas.openxmlformats.org/officeDocument/2006/relationships/image" Target="../media/image471.png"/><Relationship Id="rId5" Type="http://schemas.openxmlformats.org/officeDocument/2006/relationships/image" Target="../media/image14.png"/><Relationship Id="rId10" Type="http://schemas.openxmlformats.org/officeDocument/2006/relationships/image" Target="../media/image470.png"/><Relationship Id="rId4" Type="http://schemas.openxmlformats.org/officeDocument/2006/relationships/image" Target="../media/image13.png"/><Relationship Id="rId9" Type="http://schemas.openxmlformats.org/officeDocument/2006/relationships/image" Target="../media/image46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472.png"/><Relationship Id="rId26" Type="http://schemas.openxmlformats.org/officeDocument/2006/relationships/image" Target="../media/image479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478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474.png"/><Relationship Id="rId29" Type="http://schemas.openxmlformats.org/officeDocument/2006/relationships/image" Target="../media/image4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477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476.png"/><Relationship Id="rId28" Type="http://schemas.openxmlformats.org/officeDocument/2006/relationships/image" Target="../media/image481.png"/><Relationship Id="rId10" Type="http://schemas.openxmlformats.org/officeDocument/2006/relationships/image" Target="../media/image10.png"/><Relationship Id="rId19" Type="http://schemas.openxmlformats.org/officeDocument/2006/relationships/image" Target="../media/image47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475.png"/><Relationship Id="rId27" Type="http://schemas.openxmlformats.org/officeDocument/2006/relationships/image" Target="../media/image4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8288000" cy="105791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8000" y="6553200"/>
            <a:ext cx="7112000" cy="533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31900" y="2959100"/>
            <a:ext cx="5422900" cy="3644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14500" y="5372100"/>
            <a:ext cx="5753100" cy="1168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230600" y="9791700"/>
            <a:ext cx="21209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4900" y="2667000"/>
            <a:ext cx="647700" cy="6477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4900" y="3746500"/>
            <a:ext cx="647700" cy="6477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4900" y="4813300"/>
            <a:ext cx="647700" cy="6477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4900" y="5880100"/>
            <a:ext cx="647700" cy="6477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4900" y="6946900"/>
            <a:ext cx="647700" cy="647700"/>
          </a:xfrm>
          <a:prstGeom prst="rect">
            <a:avLst/>
          </a:prstGeom>
        </p:spPr>
      </p:pic>
      <p:grpSp>
        <p:nvGrpSpPr>
          <p:cNvPr id="59" name="Group 5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98400" y="2692400"/>
            <a:ext cx="647700" cy="6477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3700" y="5016500"/>
            <a:ext cx="4521200" cy="5334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84300" y="3721100"/>
            <a:ext cx="3073400" cy="20574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256000" y="9791700"/>
            <a:ext cx="2070100" cy="3937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80300" y="2819400"/>
            <a:ext cx="584200" cy="4699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40700" y="2527300"/>
            <a:ext cx="3302000" cy="12192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51700" y="3886200"/>
            <a:ext cx="990600" cy="4445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53400" y="3543300"/>
            <a:ext cx="2260600" cy="12192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0" y="4953000"/>
            <a:ext cx="990600" cy="4445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53400" y="4673600"/>
            <a:ext cx="2260600" cy="12192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51700" y="6032500"/>
            <a:ext cx="990600" cy="4445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39000" y="7099300"/>
            <a:ext cx="990600" cy="4445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53400" y="6794500"/>
            <a:ext cx="2565400" cy="11557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382500" y="2832100"/>
            <a:ext cx="990600" cy="4445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284200" y="2552700"/>
            <a:ext cx="3441700" cy="12192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53400" y="5689600"/>
            <a:ext cx="2654300" cy="1219200"/>
          </a:xfrm>
          <a:prstGeom prst="rect">
            <a:avLst/>
          </a:prstGeom>
        </p:spPr>
      </p:pic>
      <p:grpSp>
        <p:nvGrpSpPr>
          <p:cNvPr id="77" name="Group 7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11100" y="3746500"/>
            <a:ext cx="647700" cy="6477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395200" y="3886200"/>
            <a:ext cx="990600" cy="4572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309600" y="3606800"/>
            <a:ext cx="2286000" cy="1219200"/>
          </a:xfrm>
          <a:prstGeom prst="rect">
            <a:avLst/>
          </a:prstGeom>
        </p:spPr>
      </p:pic>
      <p:grpSp>
        <p:nvGrpSpPr>
          <p:cNvPr id="81" name="Group 8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2" name="Picture 8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11100" y="4889500"/>
            <a:ext cx="647700" cy="6477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2395200" y="5029200"/>
            <a:ext cx="990600" cy="4572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296900" y="4737100"/>
            <a:ext cx="1435100" cy="1143000"/>
          </a:xfrm>
          <a:prstGeom prst="rect">
            <a:avLst/>
          </a:prstGeom>
        </p:spPr>
      </p:pic>
      <p:grpSp>
        <p:nvGrpSpPr>
          <p:cNvPr id="85" name="Group 8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6" name="Picture 8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11100" y="5943600"/>
            <a:ext cx="647700" cy="6477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395200" y="6083300"/>
            <a:ext cx="990600" cy="4572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309600" y="5803900"/>
            <a:ext cx="22987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5067300"/>
            <a:ext cx="10007600" cy="392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5994400"/>
            <a:ext cx="5003800" cy="19685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5067300"/>
            <a:ext cx="10007600" cy="392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0" y="5994400"/>
            <a:ext cx="5003800" cy="1968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56000" y="9791700"/>
            <a:ext cx="2082800" cy="3937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2527300" cy="13335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63900" y="1727200"/>
            <a:ext cx="1676400" cy="7112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52900" y="6997700"/>
            <a:ext cx="2032000" cy="393700"/>
          </a:xfrm>
          <a:prstGeom prst="rect">
            <a:avLst/>
          </a:prstGeom>
        </p:spPr>
      </p:pic>
      <p:grpSp>
        <p:nvGrpSpPr>
          <p:cNvPr id="59" name="Group 5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-1054100" y="2616200"/>
            <a:ext cx="10007600" cy="39370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97000" y="3543300"/>
            <a:ext cx="5003800" cy="196850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3" name="Picture 6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000" y="2616200"/>
            <a:ext cx="10007600" cy="39370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42100" y="3543300"/>
            <a:ext cx="5003800" cy="1968500"/>
          </a:xfrm>
          <a:prstGeom prst="rect">
            <a:avLst/>
          </a:prstGeom>
        </p:spPr>
      </p:pic>
      <p:grpSp>
        <p:nvGrpSpPr>
          <p:cNvPr id="65" name="Group 6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6" name="Picture 6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86900" y="2616200"/>
            <a:ext cx="10007600" cy="39370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925300" y="3543300"/>
            <a:ext cx="5003800" cy="19685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52600" y="4318000"/>
            <a:ext cx="3060700" cy="12700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7900" y="3581400"/>
            <a:ext cx="3441700" cy="10795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8500" y="4343400"/>
            <a:ext cx="3797300" cy="13589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97600" y="3606800"/>
            <a:ext cx="3441700" cy="10795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230100" y="4318000"/>
            <a:ext cx="4775200" cy="13208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696700" y="3568700"/>
            <a:ext cx="2984500" cy="10795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086600" y="3873500"/>
            <a:ext cx="419100" cy="393700"/>
          </a:xfrm>
          <a:prstGeom prst="rect">
            <a:avLst/>
          </a:prstGeom>
        </p:spPr>
      </p:pic>
      <p:grpSp>
        <p:nvGrpSpPr>
          <p:cNvPr id="75" name="Group 7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00" y="5067300"/>
            <a:ext cx="10007600" cy="39243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994400"/>
            <a:ext cx="5003800" cy="19685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54200" y="6324600"/>
            <a:ext cx="419100" cy="3937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319000" y="6286500"/>
            <a:ext cx="419100" cy="3937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280900" y="3848100"/>
            <a:ext cx="419100" cy="3937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28800" y="3873500"/>
            <a:ext cx="419100" cy="3937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24700" y="6311900"/>
            <a:ext cx="419100" cy="3937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28800" y="6972300"/>
            <a:ext cx="3289300" cy="8382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41500" y="6045200"/>
            <a:ext cx="2120900" cy="10668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73900" y="6959600"/>
            <a:ext cx="3225800" cy="8382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061200" y="6045200"/>
            <a:ext cx="2336800" cy="10795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280900" y="6934200"/>
            <a:ext cx="2527300" cy="8636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280900" y="6019800"/>
            <a:ext cx="21717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05400" y="3873500"/>
            <a:ext cx="584200" cy="6223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0" y="2946400"/>
            <a:ext cx="9017000" cy="37719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56000" y="9791700"/>
            <a:ext cx="20701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17800" y="5435600"/>
            <a:ext cx="13042900" cy="18415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37500" y="2603500"/>
            <a:ext cx="30988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03600"/>
            <a:ext cx="7848600" cy="5334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3708400"/>
            <a:ext cx="7480300" cy="7747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800" y="5295900"/>
            <a:ext cx="5308600" cy="28448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800" y="4102100"/>
            <a:ext cx="1879600" cy="2667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70700" y="3759200"/>
            <a:ext cx="1371600" cy="2667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95500" y="6743700"/>
            <a:ext cx="3822700" cy="2667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25900" y="5715000"/>
            <a:ext cx="1917700" cy="2667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200" y="6045200"/>
            <a:ext cx="4495800" cy="2667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9000" y="7061200"/>
            <a:ext cx="1600200" cy="2667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852900" y="9817100"/>
            <a:ext cx="1168400" cy="4064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800" y="1270000"/>
            <a:ext cx="2514600" cy="13335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12200" y="4279900"/>
            <a:ext cx="9347200" cy="14605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36000" y="3416300"/>
            <a:ext cx="9283700" cy="13081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99500" y="6845300"/>
            <a:ext cx="8229600" cy="20066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36000" y="5956300"/>
            <a:ext cx="5791200" cy="13081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9300" y="4457700"/>
            <a:ext cx="2857500" cy="914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2800" y="8178800"/>
            <a:ext cx="30607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56000" y="9791700"/>
            <a:ext cx="20828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1270000"/>
            <a:ext cx="2514600" cy="1333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51200" y="1714500"/>
            <a:ext cx="1397000" cy="4572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32000" y="2832100"/>
            <a:ext cx="14401800" cy="41402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32000" y="7162800"/>
            <a:ext cx="14401800" cy="23495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2147483647" y="2147483647"/>
            <a:ext cx="2147483647" cy="162750500"/>
            <a:chOff x="0" y="0"/>
            <a:chExt cx="0" cy="0"/>
          </a:xfrm>
        </p:grpSpPr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4051300" y="8267700"/>
            <a:ext cx="1562100" cy="127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57400" y="7429500"/>
            <a:ext cx="3060700" cy="20828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40300" y="7569200"/>
            <a:ext cx="11468100" cy="17272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17300" y="2362200"/>
            <a:ext cx="63500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852900" y="9817100"/>
            <a:ext cx="11811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1270000"/>
            <a:ext cx="2514600" cy="1333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51200" y="1714500"/>
            <a:ext cx="1397000" cy="457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5000" y="2514600"/>
            <a:ext cx="17018000" cy="1041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99000" y="2501900"/>
            <a:ext cx="9372600" cy="12192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31900" y="3708400"/>
            <a:ext cx="7658100" cy="10414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44600" y="4914900"/>
            <a:ext cx="7658100" cy="15367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44600" y="6578600"/>
            <a:ext cx="7658100" cy="15367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44600" y="8255000"/>
            <a:ext cx="7658100" cy="15367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85300" y="3708400"/>
            <a:ext cx="7658100" cy="10414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85300" y="4914900"/>
            <a:ext cx="7658100" cy="15367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85300" y="6578600"/>
            <a:ext cx="7658100" cy="15367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85300" y="8255000"/>
            <a:ext cx="7658100" cy="15367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99500" y="5384800"/>
            <a:ext cx="990600" cy="5969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99500" y="7048500"/>
            <a:ext cx="990600" cy="5969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24900" y="8724900"/>
            <a:ext cx="990600" cy="5969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68500" y="3759200"/>
            <a:ext cx="5321300" cy="12192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00300" y="4965700"/>
            <a:ext cx="5448300" cy="16129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79700" y="6654800"/>
            <a:ext cx="5156200" cy="16129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08400" y="8636000"/>
            <a:ext cx="2806700" cy="10414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09200" y="3759200"/>
            <a:ext cx="5295900" cy="12192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64900" y="5295900"/>
            <a:ext cx="4292600" cy="15240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23600" y="6908800"/>
            <a:ext cx="4673600" cy="1041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915400" y="8343900"/>
            <a:ext cx="80772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56000" y="9791700"/>
            <a:ext cx="2082800" cy="406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10600" y="3314700"/>
            <a:ext cx="698500" cy="596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906500" y="3479800"/>
            <a:ext cx="850900" cy="8509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34100" y="5105400"/>
            <a:ext cx="88900" cy="88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68100" y="5105400"/>
            <a:ext cx="88900" cy="889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63900" y="3492500"/>
            <a:ext cx="812800" cy="812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35100" y="4102100"/>
            <a:ext cx="5029200" cy="26416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3200" y="5765800"/>
            <a:ext cx="6197600" cy="7620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709400" y="5765800"/>
            <a:ext cx="5715000" cy="7620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43700" y="3784600"/>
            <a:ext cx="5181600" cy="33909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912600" y="4102100"/>
            <a:ext cx="6007100" cy="26416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32400" y="6426200"/>
            <a:ext cx="64516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6134100"/>
            <a:ext cx="16992600" cy="29337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400" y="2667000"/>
            <a:ext cx="3200400" cy="3200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852900" y="9817100"/>
            <a:ext cx="11811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44600"/>
            <a:ext cx="2451100" cy="12700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51200" y="1714500"/>
            <a:ext cx="1397000" cy="4572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4200" y="3670300"/>
            <a:ext cx="6870700" cy="2463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43400" y="2781300"/>
            <a:ext cx="1866900" cy="10668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7100" y="5511800"/>
            <a:ext cx="16637000" cy="42672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7500" y="6235700"/>
            <a:ext cx="21336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827500" y="9817100"/>
            <a:ext cx="12319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1244600"/>
            <a:ext cx="2451100" cy="12700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51200" y="1714500"/>
            <a:ext cx="1397000" cy="457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0700" y="2654300"/>
            <a:ext cx="5257800" cy="11557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04000" y="4406900"/>
            <a:ext cx="5245100" cy="30861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4700" y="4445000"/>
            <a:ext cx="5245100" cy="30861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46200" y="5410200"/>
            <a:ext cx="4330700" cy="13716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08800" y="5397500"/>
            <a:ext cx="4597400" cy="13716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357100" y="4381500"/>
            <a:ext cx="5245100" cy="30861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420600" y="5384800"/>
            <a:ext cx="4826000" cy="13716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734800" y="5575300"/>
            <a:ext cx="571500" cy="5588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18200" y="5575300"/>
            <a:ext cx="5715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300" y="4178300"/>
            <a:ext cx="4051300" cy="24130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40300" y="4178300"/>
            <a:ext cx="4051300" cy="24130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6400" y="4178300"/>
            <a:ext cx="4051300" cy="24130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39800" y="4178300"/>
            <a:ext cx="4051300" cy="2413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91600" y="5092700"/>
            <a:ext cx="673100" cy="5969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47700" y="5092700"/>
            <a:ext cx="673100" cy="596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60900" y="5067300"/>
            <a:ext cx="673100" cy="5969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192500" y="9791700"/>
            <a:ext cx="2197100" cy="4064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2946400" cy="13335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33800" y="1714500"/>
            <a:ext cx="1714500" cy="4572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7200900"/>
            <a:ext cx="12903200" cy="16383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1300" y="4876800"/>
            <a:ext cx="2552700" cy="12319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26600" y="4533900"/>
            <a:ext cx="3416300" cy="18034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16600" y="4876800"/>
            <a:ext cx="2705100" cy="12319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109700" y="4889500"/>
            <a:ext cx="3302000" cy="12065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700" y="2857500"/>
            <a:ext cx="62865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1270000"/>
            <a:ext cx="2946400" cy="1333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33800" y="1727200"/>
            <a:ext cx="850900" cy="6604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8100" y="6286500"/>
            <a:ext cx="5156200" cy="1041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0800" y="7480300"/>
            <a:ext cx="5168900" cy="15367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11400" y="2971800"/>
            <a:ext cx="3149600" cy="31496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900" y="6337300"/>
            <a:ext cx="5080000" cy="12192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11300" y="7874000"/>
            <a:ext cx="4965700" cy="13208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54800" y="6273800"/>
            <a:ext cx="5156200" cy="10414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54800" y="7480300"/>
            <a:ext cx="5168900" cy="15367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6362700"/>
            <a:ext cx="5080000" cy="11430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86500" y="7632700"/>
            <a:ext cx="5638800" cy="13843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001500" y="6273800"/>
            <a:ext cx="5156200" cy="10414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01500" y="7480300"/>
            <a:ext cx="5168900" cy="1536700"/>
          </a:xfrm>
          <a:prstGeom prst="rect">
            <a:avLst/>
          </a:prstGeom>
        </p:spPr>
      </p:pic>
      <p:grpSp>
        <p:nvGrpSpPr>
          <p:cNvPr id="63" name="Group 63"/>
          <p:cNvGrpSpPr/>
          <p:nvPr/>
        </p:nvGrpSpPr>
        <p:grpSpPr>
          <a:xfrm>
            <a:off x="2147483647" y="2147483647"/>
            <a:ext cx="2147483647" cy="127000000"/>
            <a:chOff x="0" y="0"/>
            <a:chExt cx="0" cy="0"/>
          </a:xfrm>
        </p:grpSpPr>
      </p:grpSp>
      <p:pic>
        <p:nvPicPr>
          <p:cNvPr id="64" name="Picture 6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5400000">
            <a:off x="10477500" y="4775200"/>
            <a:ext cx="2857500" cy="127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83500" y="3276600"/>
            <a:ext cx="2946400" cy="29591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106400" y="3238500"/>
            <a:ext cx="2857500" cy="2781300"/>
          </a:xfrm>
          <a:prstGeom prst="rect">
            <a:avLst/>
          </a:prstGeom>
        </p:spPr>
      </p:pic>
      <p:grpSp>
        <p:nvGrpSpPr>
          <p:cNvPr id="67" name="Group 67"/>
          <p:cNvGrpSpPr/>
          <p:nvPr/>
        </p:nvGrpSpPr>
        <p:grpSpPr>
          <a:xfrm>
            <a:off x="2147483647" y="2147483647"/>
            <a:ext cx="2147483647" cy="127000000"/>
            <a:chOff x="0" y="0"/>
            <a:chExt cx="0" cy="0"/>
          </a:xfrm>
        </p:grpSpPr>
      </p:grpSp>
      <p:pic>
        <p:nvPicPr>
          <p:cNvPr id="68" name="Picture 6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5400000">
            <a:off x="5143500" y="4813300"/>
            <a:ext cx="2857500" cy="127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645900" y="6350000"/>
            <a:ext cx="5740400" cy="11430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64900" y="7620000"/>
            <a:ext cx="59944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98200" y="3289300"/>
            <a:ext cx="5168900" cy="51689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00" y="1270000"/>
            <a:ext cx="2946400" cy="13335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3800" y="1714500"/>
            <a:ext cx="2082800" cy="4572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63700" y="6794500"/>
            <a:ext cx="7010400" cy="24384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38300" y="3441700"/>
            <a:ext cx="2235200" cy="18288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87500" y="6121400"/>
            <a:ext cx="2324100" cy="1828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74800" y="4127500"/>
            <a:ext cx="83439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1270000"/>
            <a:ext cx="2946400" cy="1333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85900" y="8585200"/>
            <a:ext cx="14782800" cy="990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0600" y="2755900"/>
            <a:ext cx="7594600" cy="12319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7100" y="7810500"/>
            <a:ext cx="6134100" cy="1231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47800" y="3530600"/>
            <a:ext cx="14655800" cy="15494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900" y="5207000"/>
            <a:ext cx="9512300" cy="12319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47800" y="6019800"/>
            <a:ext cx="13792200" cy="20447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33800" y="1714500"/>
            <a:ext cx="16764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1270000"/>
            <a:ext cx="2946400" cy="1333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2500" y="3289300"/>
            <a:ext cx="10985500" cy="1231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98600" y="4140200"/>
            <a:ext cx="15862300" cy="990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33800" y="1714500"/>
            <a:ext cx="1714500" cy="4572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2500" y="5461000"/>
            <a:ext cx="2578100" cy="11557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4000" y="6400800"/>
            <a:ext cx="152908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8288000" cy="1057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0" y="3911600"/>
            <a:ext cx="9525000" cy="345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9800" y="2552700"/>
            <a:ext cx="16395700" cy="65659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878300" y="9817100"/>
            <a:ext cx="11684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5900" y="1270000"/>
            <a:ext cx="35433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37600" y="-1511300"/>
            <a:ext cx="6515100" cy="14122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23500" y="1879600"/>
            <a:ext cx="3263900" cy="70612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357100" y="-1511300"/>
            <a:ext cx="6515100" cy="141351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843000" y="1866900"/>
            <a:ext cx="3263900" cy="70612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6600" y="3429000"/>
            <a:ext cx="2540000" cy="21463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43400" y="1282700"/>
            <a:ext cx="5168900" cy="86614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217900" y="9791700"/>
            <a:ext cx="2159000" cy="4064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1700" y="4876800"/>
            <a:ext cx="1384300" cy="11684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4700" y="3492500"/>
            <a:ext cx="25908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2374900"/>
            <a:ext cx="3708400" cy="17399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6200" y="1244600"/>
            <a:ext cx="3619500" cy="48641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6096000"/>
            <a:ext cx="3644900" cy="384810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18700" y="-1308100"/>
            <a:ext cx="6515100" cy="138811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30000" y="2032000"/>
            <a:ext cx="3263900" cy="69342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878300" y="9817100"/>
            <a:ext cx="1155700" cy="4064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3100" y="2425700"/>
            <a:ext cx="2171700" cy="1346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6600" y="3213100"/>
            <a:ext cx="3543300" cy="1028700"/>
          </a:xfrm>
          <a:prstGeom prst="rect">
            <a:avLst/>
          </a:prstGeom>
        </p:spPr>
      </p:pic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2" name="Picture 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90300" y="8216900"/>
            <a:ext cx="35560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9900" y="3962400"/>
            <a:ext cx="3708400" cy="17399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700" y="1473200"/>
            <a:ext cx="17284700" cy="14478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61100" y="355600"/>
            <a:ext cx="5791200" cy="123444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0" y="3340100"/>
            <a:ext cx="2895600" cy="61722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87700" y="355600"/>
            <a:ext cx="5791200" cy="123444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6600" y="3340100"/>
            <a:ext cx="2895600" cy="617220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9" name="Picture 5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322300" y="952500"/>
            <a:ext cx="5727700" cy="96266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06600" y="3314700"/>
            <a:ext cx="2857500" cy="4813300"/>
          </a:xfrm>
          <a:prstGeom prst="rect">
            <a:avLst/>
          </a:prstGeom>
        </p:spPr>
      </p:pic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2" name="Picture 6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296900" y="7378700"/>
            <a:ext cx="5727700" cy="29845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706600" y="8102600"/>
            <a:ext cx="2857500" cy="1498600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5" name="Picture 6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10700" y="355600"/>
            <a:ext cx="5689600" cy="12344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31500" y="3340100"/>
            <a:ext cx="2844800" cy="61722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868400" y="5676900"/>
            <a:ext cx="558800" cy="5969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217900" y="9791700"/>
            <a:ext cx="2159000" cy="406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6100" y="3962400"/>
            <a:ext cx="2578100" cy="13462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4200" y="4711700"/>
            <a:ext cx="36830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1460500"/>
            <a:ext cx="16865600" cy="13843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25400" y="5740400"/>
            <a:ext cx="558800" cy="596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5600" y="3378200"/>
            <a:ext cx="2667000" cy="17399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28500" y="927100"/>
            <a:ext cx="5715000" cy="96139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462000" y="3238500"/>
            <a:ext cx="2857500" cy="48006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77700" y="7315200"/>
            <a:ext cx="5715000" cy="30099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462000" y="8013700"/>
            <a:ext cx="2857500" cy="1498600"/>
          </a:xfrm>
          <a:prstGeom prst="rect">
            <a:avLst/>
          </a:prstGeom>
        </p:spPr>
      </p:pic>
      <p:grpSp>
        <p:nvGrpSpPr>
          <p:cNvPr id="59" name="Group 5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20900" y="177800"/>
            <a:ext cx="5816600" cy="125984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67100" y="3213100"/>
            <a:ext cx="2908300" cy="629920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3" name="Picture 6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81600" y="177800"/>
            <a:ext cx="5816600" cy="125984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3213100"/>
            <a:ext cx="2908300" cy="6299200"/>
          </a:xfrm>
          <a:prstGeom prst="rect">
            <a:avLst/>
          </a:prstGeom>
        </p:spPr>
      </p:pic>
      <p:grpSp>
        <p:nvGrpSpPr>
          <p:cNvPr id="65" name="Group 6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6" name="Picture 6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29600" y="177800"/>
            <a:ext cx="5816600" cy="12598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75800" y="3213100"/>
            <a:ext cx="2908300" cy="62992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256000" y="9791700"/>
            <a:ext cx="2082800" cy="406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5600" y="3454400"/>
            <a:ext cx="2578100" cy="13462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9100" y="4203700"/>
            <a:ext cx="25527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41600" y="3670300"/>
            <a:ext cx="2667000" cy="17399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41600" y="1270000"/>
            <a:ext cx="12915900" cy="17780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4500" y="-50800"/>
            <a:ext cx="6286500" cy="133858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50400" y="3213100"/>
            <a:ext cx="3149600" cy="66929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46600" y="-50800"/>
            <a:ext cx="6286500" cy="133858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32500" y="3213100"/>
            <a:ext cx="3149600" cy="66929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217900" y="9791700"/>
            <a:ext cx="2133600" cy="4064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54300" y="3746500"/>
            <a:ext cx="2565400" cy="13462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30500" y="4533900"/>
            <a:ext cx="25273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6900" y="1549400"/>
            <a:ext cx="10464800" cy="13208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747500" y="1587500"/>
            <a:ext cx="5956300" cy="14732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7404100" y="5638800"/>
            <a:ext cx="8001000" cy="254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3378200"/>
            <a:ext cx="2667000" cy="17399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836400" y="3340100"/>
            <a:ext cx="2667000" cy="17399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32500" y="12700"/>
            <a:ext cx="6096000" cy="129794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67600" y="3175000"/>
            <a:ext cx="3048000" cy="648970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335000" y="203200"/>
            <a:ext cx="5905500" cy="125730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719300" y="3263900"/>
            <a:ext cx="2959100" cy="62865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32700" y="3708400"/>
            <a:ext cx="2743200" cy="4432300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5" name="Picture 65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95500" y="127000"/>
            <a:ext cx="6896100" cy="128016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08400" y="3213100"/>
            <a:ext cx="3454400" cy="64008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243300" y="9791700"/>
            <a:ext cx="2082800" cy="4064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5000" y="3416300"/>
            <a:ext cx="1574800" cy="1295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8500" y="4229100"/>
            <a:ext cx="2616200" cy="15240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899900" y="3352800"/>
            <a:ext cx="1574800" cy="1295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950700" y="4178300"/>
            <a:ext cx="2527300" cy="1524000"/>
          </a:xfrm>
          <a:prstGeom prst="rect">
            <a:avLst/>
          </a:prstGeom>
        </p:spPr>
      </p:pic>
      <p:pic>
        <p:nvPicPr>
          <p:cNvPr id="73" name="게임영상22">
            <a:hlinkClick r:id="" action="ppaction://media"/>
            <a:extLst>
              <a:ext uri="{FF2B5EF4-FFF2-40B4-BE49-F238E27FC236}">
                <a16:creationId xmlns:a16="http://schemas.microsoft.com/office/drawing/2014/main" id="{B5B5A03F-71C5-0B9D-0D96-7BF422DED0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7"/>
          <a:stretch>
            <a:fillRect/>
          </a:stretch>
        </p:blipFill>
        <p:spPr>
          <a:xfrm>
            <a:off x="7543800" y="3759200"/>
            <a:ext cx="2870201" cy="4480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54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8288000" cy="1057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300" y="3009900"/>
            <a:ext cx="11150600" cy="707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87600"/>
            <a:ext cx="16954500" cy="75565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68700" y="2565400"/>
            <a:ext cx="11137900" cy="67691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43300" y="9791700"/>
            <a:ext cx="20955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6045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87600"/>
            <a:ext cx="16954500" cy="65913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4300" y="3111500"/>
            <a:ext cx="15430500" cy="53467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56000" y="9791700"/>
            <a:ext cx="20828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79121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87600"/>
            <a:ext cx="16954500" cy="67564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00" y="3086100"/>
            <a:ext cx="15760700" cy="53340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43300" y="9791700"/>
            <a:ext cx="20828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60833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87600"/>
            <a:ext cx="16954500" cy="69215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3200" y="2984500"/>
            <a:ext cx="15303500" cy="55753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852900" y="9817100"/>
            <a:ext cx="11938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60833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87600"/>
            <a:ext cx="16954500" cy="5588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2200" y="3149600"/>
            <a:ext cx="16090900" cy="43815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840200" y="9817100"/>
            <a:ext cx="12065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60833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87600"/>
            <a:ext cx="16954500" cy="70739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52600" y="2743200"/>
            <a:ext cx="14795500" cy="64008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852900" y="9817100"/>
            <a:ext cx="11811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60833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8288000" cy="1057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7800" y="3911600"/>
            <a:ext cx="11125200" cy="345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209800"/>
            <a:ext cx="5562600" cy="537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0" y="3467100"/>
            <a:ext cx="2781300" cy="2679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09800"/>
            <a:ext cx="5562600" cy="537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0" y="3467100"/>
            <a:ext cx="2781300" cy="2679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2209800"/>
            <a:ext cx="5562600" cy="5372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0" y="3467100"/>
            <a:ext cx="2781300" cy="2679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94500" y="4546600"/>
            <a:ext cx="482600" cy="5207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3800" y="4533900"/>
            <a:ext cx="482600" cy="5207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000" y="3644900"/>
            <a:ext cx="1435100" cy="14351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94700" y="3670300"/>
            <a:ext cx="1574800" cy="15748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20700" y="3810000"/>
            <a:ext cx="1447800" cy="14478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735300" y="4584700"/>
            <a:ext cx="482600" cy="5207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243300" y="9791700"/>
            <a:ext cx="2095500" cy="406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8800" y="2400300"/>
            <a:ext cx="5562600" cy="13462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48100" y="5118100"/>
            <a:ext cx="2171700" cy="11430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88300" y="5321300"/>
            <a:ext cx="2540000" cy="12192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220700" y="5397500"/>
            <a:ext cx="1473200" cy="12192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15600" y="3746500"/>
            <a:ext cx="2171700" cy="9906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6800" y="1270000"/>
            <a:ext cx="4711700" cy="1333500"/>
          </a:xfrm>
          <a:prstGeom prst="rect">
            <a:avLst/>
          </a:prstGeom>
        </p:spPr>
      </p:pic>
      <p:grpSp>
        <p:nvGrpSpPr>
          <p:cNvPr id="73" name="Group 7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72000" y="5410200"/>
            <a:ext cx="5473700" cy="55753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4700" y="6718300"/>
            <a:ext cx="2730500" cy="2781300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7" name="Picture 7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83600" y="5461000"/>
            <a:ext cx="5473700" cy="52832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66300" y="6692900"/>
            <a:ext cx="2730500" cy="2641600"/>
          </a:xfrm>
          <a:prstGeom prst="rect">
            <a:avLst/>
          </a:prstGeom>
        </p:spPr>
      </p:pic>
      <p:grpSp>
        <p:nvGrpSpPr>
          <p:cNvPr id="79" name="Group 7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0" name="Picture 8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382500" y="5486400"/>
            <a:ext cx="5473700" cy="52832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665200" y="6718300"/>
            <a:ext cx="2730500" cy="26416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041900" y="7785100"/>
            <a:ext cx="469900" cy="5080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928100" y="7785100"/>
            <a:ext cx="469900" cy="5080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2827000" y="7785100"/>
            <a:ext cx="469900" cy="508000"/>
          </a:xfrm>
          <a:prstGeom prst="rect">
            <a:avLst/>
          </a:prstGeom>
        </p:spPr>
      </p:pic>
      <p:grpSp>
        <p:nvGrpSpPr>
          <p:cNvPr id="85" name="Group 8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6" name="Picture 8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86500" y="6858000"/>
            <a:ext cx="1866900" cy="1739900"/>
          </a:xfrm>
          <a:prstGeom prst="rect">
            <a:avLst/>
          </a:prstGeom>
        </p:spPr>
      </p:pic>
      <p:grpSp>
        <p:nvGrpSpPr>
          <p:cNvPr id="87" name="Group 8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8" name="Picture 8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185400" y="6858000"/>
            <a:ext cx="1308100" cy="11557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249400" y="6807200"/>
            <a:ext cx="1739900" cy="17399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099800" y="7200900"/>
            <a:ext cx="1003300" cy="12065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22900" y="8597900"/>
            <a:ext cx="3530600" cy="9906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893300" y="8369300"/>
            <a:ext cx="2616200" cy="11430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4071600" y="8559800"/>
            <a:ext cx="1993900" cy="11938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318000" y="7061200"/>
            <a:ext cx="1765300" cy="8890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737100" y="8204200"/>
            <a:ext cx="1117600" cy="977900"/>
          </a:xfrm>
          <a:prstGeom prst="rect">
            <a:avLst/>
          </a:prstGeom>
        </p:spPr>
      </p:pic>
      <p:grpSp>
        <p:nvGrpSpPr>
          <p:cNvPr id="96" name="Group 9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7" name="Picture 9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31800" y="5397500"/>
            <a:ext cx="5626100" cy="570230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752600" y="6731000"/>
            <a:ext cx="2819400" cy="28575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485900" y="8242300"/>
            <a:ext cx="3238500" cy="14605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286000" y="6680200"/>
            <a:ext cx="1828800" cy="18288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105400" y="4419600"/>
            <a:ext cx="571500" cy="7239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13100" y="3276600"/>
            <a:ext cx="12407900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2108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56000" y="96012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68700" y="9779000"/>
            <a:ext cx="2082800" cy="406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0700" y="2387600"/>
            <a:ext cx="5270500" cy="1346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3886200" cy="13335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30700" y="3670300"/>
            <a:ext cx="6007100" cy="9906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18000" y="4635500"/>
            <a:ext cx="6007100" cy="1447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18000" y="6070600"/>
            <a:ext cx="6007100" cy="14605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30700" y="7518400"/>
            <a:ext cx="6007100" cy="14605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72100" y="3708400"/>
            <a:ext cx="4114800" cy="11430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33900" y="4965700"/>
            <a:ext cx="5727700" cy="965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29100" y="6096000"/>
            <a:ext cx="6477000" cy="15240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97400" y="7848600"/>
            <a:ext cx="4889500" cy="9652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325100" y="3670300"/>
            <a:ext cx="6007100" cy="9906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25100" y="4622800"/>
            <a:ext cx="6007100" cy="14478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25100" y="6070600"/>
            <a:ext cx="6007100" cy="14605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37800" y="7518400"/>
            <a:ext cx="6007100" cy="14605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52100" y="3721100"/>
            <a:ext cx="4927600" cy="11430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45800" y="4686300"/>
            <a:ext cx="4940300" cy="15240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668000" y="6134100"/>
            <a:ext cx="5486400" cy="15240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477500" y="7848600"/>
            <a:ext cx="5943600" cy="9779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66900" y="4635500"/>
            <a:ext cx="2463800" cy="14605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095500" y="4876800"/>
            <a:ext cx="2184400" cy="10160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54200" y="6070600"/>
            <a:ext cx="2463800" cy="14605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52600" y="6413500"/>
            <a:ext cx="2781300" cy="9779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54200" y="7518400"/>
            <a:ext cx="2463800" cy="14605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66900" y="3670300"/>
            <a:ext cx="2463800" cy="990600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7" name="Picture 7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3960000">
            <a:off x="2159000" y="3213100"/>
            <a:ext cx="1879600" cy="18796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36700" y="7747000"/>
            <a:ext cx="27686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900" y="9791700"/>
            <a:ext cx="2133600" cy="40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1397000"/>
            <a:ext cx="4025900" cy="914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2298700"/>
            <a:ext cx="4025900" cy="118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3479800"/>
            <a:ext cx="4025900" cy="118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4635500"/>
            <a:ext cx="40259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00" y="1435100"/>
            <a:ext cx="26162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" y="2324100"/>
            <a:ext cx="5143500" cy="132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00" y="3708400"/>
            <a:ext cx="3810000" cy="838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1500" y="4648200"/>
            <a:ext cx="4064000" cy="1333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1700" y="1397000"/>
            <a:ext cx="2679700" cy="914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0" y="2298700"/>
            <a:ext cx="26670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0" y="3467100"/>
            <a:ext cx="2667000" cy="1181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0" y="4635500"/>
            <a:ext cx="2667000" cy="1181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3100" y="1435100"/>
            <a:ext cx="3200400" cy="1066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8700" y="2514600"/>
            <a:ext cx="24638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9000" y="3683000"/>
            <a:ext cx="2616200" cy="889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6300" y="4838700"/>
            <a:ext cx="2667000" cy="889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5803900"/>
            <a:ext cx="4025900" cy="1181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6972300"/>
            <a:ext cx="4025900" cy="1181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5800" y="8140700"/>
            <a:ext cx="4025900" cy="1612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2700" y="5816600"/>
            <a:ext cx="5105400" cy="1333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95500" y="6985000"/>
            <a:ext cx="4000500" cy="1320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600" y="8153400"/>
            <a:ext cx="5575300" cy="1689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0" y="5803900"/>
            <a:ext cx="2667000" cy="1181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0" y="6972300"/>
            <a:ext cx="2667000" cy="1181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69000" y="8140700"/>
            <a:ext cx="2667000" cy="1612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08700" y="6007100"/>
            <a:ext cx="2476500" cy="901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42000" y="7162800"/>
            <a:ext cx="2730500" cy="901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51500" y="8585200"/>
            <a:ext cx="2984500" cy="901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48700" y="1397000"/>
            <a:ext cx="7696200" cy="914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8700" y="2298700"/>
            <a:ext cx="7708900" cy="1181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48700" y="3467100"/>
            <a:ext cx="7708900" cy="1181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48700" y="4635500"/>
            <a:ext cx="7696200" cy="1181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79100" y="1435100"/>
            <a:ext cx="3619500" cy="1066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67700" y="2311400"/>
            <a:ext cx="8191500" cy="1295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2200" y="3543300"/>
            <a:ext cx="7226300" cy="11811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58200" y="4673600"/>
            <a:ext cx="7353300" cy="1181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48700" y="5803900"/>
            <a:ext cx="7696200" cy="11811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48700" y="6972300"/>
            <a:ext cx="7708900" cy="11811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48700" y="8140700"/>
            <a:ext cx="7708900" cy="16129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40900" y="6083300"/>
            <a:ext cx="4838700" cy="7493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16900" y="6997700"/>
            <a:ext cx="8178800" cy="1181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4900" y="8356600"/>
            <a:ext cx="7708900" cy="1181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66900" y="304800"/>
            <a:ext cx="93980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6565900"/>
            <a:ext cx="15303500" cy="32639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209800"/>
            <a:ext cx="5562600" cy="537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3467100"/>
            <a:ext cx="2781300" cy="2679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209800"/>
            <a:ext cx="5562600" cy="537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100" y="3467100"/>
            <a:ext cx="2781300" cy="2679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00" y="2209800"/>
            <a:ext cx="5562600" cy="537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0" y="3467100"/>
            <a:ext cx="2781300" cy="2679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94500" y="4546600"/>
            <a:ext cx="482600" cy="5207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53800" y="4533900"/>
            <a:ext cx="482600" cy="5207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91000" y="3644900"/>
            <a:ext cx="1435100" cy="14351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4700" y="3670300"/>
            <a:ext cx="1574800" cy="15748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20700" y="3810000"/>
            <a:ext cx="1447800" cy="14478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735300" y="4584700"/>
            <a:ext cx="482600" cy="5207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243300" y="9791700"/>
            <a:ext cx="2082800" cy="406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8800" y="2400300"/>
            <a:ext cx="7226300" cy="13462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48100" y="5118100"/>
            <a:ext cx="2171700" cy="11430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88300" y="5321300"/>
            <a:ext cx="2540000" cy="12192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220700" y="5397500"/>
            <a:ext cx="1473200" cy="12192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15600" y="3746500"/>
            <a:ext cx="2171700" cy="9906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66800" y="1270000"/>
            <a:ext cx="4711700" cy="1333500"/>
          </a:xfrm>
          <a:prstGeom prst="rect">
            <a:avLst/>
          </a:prstGeom>
        </p:spPr>
      </p:pic>
      <p:grpSp>
        <p:nvGrpSpPr>
          <p:cNvPr id="74" name="Group 7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5" name="Picture 7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2000" y="5486400"/>
            <a:ext cx="5473700" cy="55753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54700" y="6794500"/>
            <a:ext cx="2730500" cy="2781300"/>
          </a:xfrm>
          <a:prstGeom prst="rect">
            <a:avLst/>
          </a:prstGeom>
        </p:spPr>
      </p:pic>
      <p:grpSp>
        <p:nvGrpSpPr>
          <p:cNvPr id="77" name="Group 7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83600" y="5600700"/>
            <a:ext cx="5473700" cy="52832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66300" y="6832600"/>
            <a:ext cx="2730500" cy="2641600"/>
          </a:xfrm>
          <a:prstGeom prst="rect">
            <a:avLst/>
          </a:prstGeom>
        </p:spPr>
      </p:pic>
      <p:grpSp>
        <p:nvGrpSpPr>
          <p:cNvPr id="80" name="Group 8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1" name="Picture 8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2382500" y="5626100"/>
            <a:ext cx="5473700" cy="52832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665200" y="6858000"/>
            <a:ext cx="2730500" cy="26416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041900" y="7785100"/>
            <a:ext cx="469900" cy="5080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28100" y="7823200"/>
            <a:ext cx="469900" cy="5080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827000" y="7835900"/>
            <a:ext cx="469900" cy="508000"/>
          </a:xfrm>
          <a:prstGeom prst="rect">
            <a:avLst/>
          </a:prstGeom>
        </p:spPr>
      </p:pic>
      <p:grpSp>
        <p:nvGrpSpPr>
          <p:cNvPr id="86" name="Group 8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7" name="Picture 8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86500" y="6934200"/>
            <a:ext cx="1866900" cy="1739900"/>
          </a:xfrm>
          <a:prstGeom prst="rect">
            <a:avLst/>
          </a:prstGeom>
        </p:spPr>
      </p:pic>
      <p:grpSp>
        <p:nvGrpSpPr>
          <p:cNvPr id="88" name="Group 8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9" name="Picture 89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85400" y="7010400"/>
            <a:ext cx="1308100" cy="11557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249400" y="6946900"/>
            <a:ext cx="1739900" cy="17399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099800" y="7340600"/>
            <a:ext cx="1003300" cy="12065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422900" y="8674100"/>
            <a:ext cx="3530600" cy="9906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893300" y="8509000"/>
            <a:ext cx="2616200" cy="11430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4071600" y="8699500"/>
            <a:ext cx="1993900" cy="11938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318000" y="7061200"/>
            <a:ext cx="1765300" cy="8890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737100" y="8204200"/>
            <a:ext cx="1117600" cy="977900"/>
          </a:xfrm>
          <a:prstGeom prst="rect">
            <a:avLst/>
          </a:prstGeom>
        </p:spPr>
      </p:pic>
      <p:grpSp>
        <p:nvGrpSpPr>
          <p:cNvPr id="97" name="Group 9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8" name="Picture 9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31800" y="5397500"/>
            <a:ext cx="5626100" cy="57023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752600" y="6731000"/>
            <a:ext cx="2819400" cy="28575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485900" y="8242300"/>
            <a:ext cx="3238500" cy="14605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286000" y="6680200"/>
            <a:ext cx="1828800" cy="18288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105400" y="4419600"/>
            <a:ext cx="5715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8800" y="2374900"/>
            <a:ext cx="6731000" cy="1346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5422900" cy="13335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76600" y="3670300"/>
            <a:ext cx="4787900" cy="9906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76600" y="4635500"/>
            <a:ext cx="4800600" cy="1447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76600" y="6070600"/>
            <a:ext cx="4787900" cy="17272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76600" y="7797800"/>
            <a:ext cx="4787900" cy="14605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51200" y="3746500"/>
            <a:ext cx="4597400" cy="10795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768600" y="4775200"/>
            <a:ext cx="5689600" cy="1346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76600" y="6121400"/>
            <a:ext cx="4965700" cy="17653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48100" y="7937500"/>
            <a:ext cx="3886200" cy="13462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2800" y="4635500"/>
            <a:ext cx="2463800" cy="14605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8700" y="4940300"/>
            <a:ext cx="2197100" cy="9652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2800" y="6070600"/>
            <a:ext cx="2463800" cy="17272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5600" y="6515100"/>
            <a:ext cx="3124200" cy="9652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2800" y="7797800"/>
            <a:ext cx="2463800" cy="14605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2800" y="3670300"/>
            <a:ext cx="2463800" cy="990600"/>
          </a:xfrm>
          <a:prstGeom prst="rect">
            <a:avLst/>
          </a:prstGeom>
        </p:spPr>
      </p:pic>
      <p:grpSp>
        <p:nvGrpSpPr>
          <p:cNvPr id="68" name="Group 6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9" name="Picture 6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3960000">
            <a:off x="1117600" y="3213100"/>
            <a:ext cx="1879600" cy="18796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7400" y="8115300"/>
            <a:ext cx="2679700" cy="9652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077200" y="3670300"/>
            <a:ext cx="4787900" cy="9906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64500" y="4622800"/>
            <a:ext cx="4800600" cy="14478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64500" y="6070600"/>
            <a:ext cx="4787900" cy="17272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64500" y="7797800"/>
            <a:ext cx="4787900" cy="14605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620000" y="3771900"/>
            <a:ext cx="5588000" cy="9017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785100" y="4787900"/>
            <a:ext cx="5130800" cy="13462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026400" y="6337300"/>
            <a:ext cx="4965700" cy="12954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432800" y="8178800"/>
            <a:ext cx="4279900" cy="8382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839700" y="3657600"/>
            <a:ext cx="4787900" cy="9906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852400" y="4622800"/>
            <a:ext cx="4787900" cy="14478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839700" y="6070600"/>
            <a:ext cx="4787900" cy="17272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839700" y="7797800"/>
            <a:ext cx="4787900" cy="14605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3373100" y="3759200"/>
            <a:ext cx="3987800" cy="9779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2636500" y="4775200"/>
            <a:ext cx="4953000" cy="13462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700000" y="6324600"/>
            <a:ext cx="5105400" cy="12954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2750800" y="8178800"/>
            <a:ext cx="4953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941800" y="9817100"/>
            <a:ext cx="1066800" cy="406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2616200"/>
            <a:ext cx="6184900" cy="1346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" y="1270000"/>
            <a:ext cx="6311900" cy="133350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02000" y="2997200"/>
            <a:ext cx="6134100" cy="62611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37100" y="4470400"/>
            <a:ext cx="3073400" cy="31242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55000" y="2971800"/>
            <a:ext cx="6134100" cy="62992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90100" y="4445000"/>
            <a:ext cx="3073400" cy="314960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385800" y="2997200"/>
            <a:ext cx="6134100" cy="62611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820900" y="4470400"/>
            <a:ext cx="3073400" cy="31242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75100" y="5664200"/>
            <a:ext cx="533400" cy="5715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47100" y="5664200"/>
            <a:ext cx="533400" cy="5715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614400" y="5664200"/>
            <a:ext cx="533400" cy="5715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75100" y="6718300"/>
            <a:ext cx="4203700" cy="8763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56800" y="6654800"/>
            <a:ext cx="2832100" cy="9144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732000" y="6654800"/>
            <a:ext cx="3289300" cy="9144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12100" y="4800600"/>
            <a:ext cx="1930400" cy="1016000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1" name="Picture 7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-1003300" y="3009900"/>
            <a:ext cx="6311900" cy="6248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9900" y="4470400"/>
            <a:ext cx="3162300" cy="31242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200" y="6756400"/>
            <a:ext cx="3771900" cy="8890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20800" y="4851400"/>
            <a:ext cx="1460500" cy="17526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73300" y="5867400"/>
            <a:ext cx="1117600" cy="11176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671800" y="4864100"/>
            <a:ext cx="1333500" cy="16256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99100" y="4749800"/>
            <a:ext cx="1524000" cy="19685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223500" y="5308600"/>
            <a:ext cx="2095500" cy="9652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814300" y="4775200"/>
            <a:ext cx="2197100" cy="10160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859000" y="7607300"/>
            <a:ext cx="29337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8288000" cy="1057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7800" y="3937000"/>
            <a:ext cx="10756900" cy="3073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8800" y="2616200"/>
            <a:ext cx="5435600" cy="1346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800" y="3848100"/>
            <a:ext cx="6172200" cy="27940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2800" y="7124700"/>
            <a:ext cx="16992600" cy="20193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6800" y="1270000"/>
            <a:ext cx="5168900" cy="13335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9900" y="7467600"/>
            <a:ext cx="16764000" cy="15748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04100" y="4114800"/>
            <a:ext cx="95631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3708400"/>
            <a:ext cx="10553700" cy="5842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217900" y="9791700"/>
            <a:ext cx="2146300" cy="4064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616200"/>
            <a:ext cx="7759700" cy="13462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0400" y="1155700"/>
            <a:ext cx="16954500" cy="12446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08200" y="3759200"/>
            <a:ext cx="2095500" cy="20955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54200" y="6896100"/>
            <a:ext cx="2603500" cy="156210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9" name="Picture 5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754100" y="7607300"/>
            <a:ext cx="2146300" cy="151130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97600" y="7620000"/>
            <a:ext cx="6642100" cy="156210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3" name="Picture 6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5400000">
            <a:off x="6096000" y="4203700"/>
            <a:ext cx="2921000" cy="2692400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5" name="Picture 6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5400000">
            <a:off x="9766300" y="4203700"/>
            <a:ext cx="2921000" cy="2692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07200" y="4394200"/>
            <a:ext cx="1435100" cy="12192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800" y="1270000"/>
            <a:ext cx="5168900" cy="13335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53500" y="5321300"/>
            <a:ext cx="863600" cy="292100"/>
          </a:xfrm>
          <a:prstGeom prst="rect">
            <a:avLst/>
          </a:prstGeom>
        </p:spPr>
      </p:pic>
      <p:grpSp>
        <p:nvGrpSpPr>
          <p:cNvPr id="69" name="Group 6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0" name="Picture 7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5400000">
            <a:off x="2895600" y="6248400"/>
            <a:ext cx="482600" cy="406400"/>
          </a:xfrm>
          <a:prstGeom prst="rect">
            <a:avLst/>
          </a:prstGeom>
        </p:spPr>
      </p:pic>
      <p:grpSp>
        <p:nvGrpSpPr>
          <p:cNvPr id="71" name="Group 7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2" name="Picture 7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5400000">
            <a:off x="7264400" y="7099300"/>
            <a:ext cx="482600" cy="406400"/>
          </a:xfrm>
          <a:prstGeom prst="rect">
            <a:avLst/>
          </a:prstGeom>
        </p:spPr>
      </p:pic>
      <p:grpSp>
        <p:nvGrpSpPr>
          <p:cNvPr id="73" name="Group 7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106400" y="8102600"/>
            <a:ext cx="482600" cy="406400"/>
          </a:xfrm>
          <a:prstGeom prst="rect">
            <a:avLst/>
          </a:prstGeom>
        </p:spPr>
      </p:pic>
      <p:grpSp>
        <p:nvGrpSpPr>
          <p:cNvPr id="75" name="Group 7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6" name="Picture 7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953000" y="7531100"/>
            <a:ext cx="482600" cy="4064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80700" y="4445000"/>
            <a:ext cx="1041400" cy="12065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312900" y="7785100"/>
            <a:ext cx="1054100" cy="8382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10800000">
            <a:off x="13246100" y="3251200"/>
            <a:ext cx="2552700" cy="5461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15671800" y="3352800"/>
            <a:ext cx="736600" cy="5207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5400000">
            <a:off x="15836900" y="3759200"/>
            <a:ext cx="749300" cy="1524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273300" y="5397500"/>
            <a:ext cx="1968500" cy="850900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97100" y="7048500"/>
            <a:ext cx="2070100" cy="14097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718300" y="5600700"/>
            <a:ext cx="1816100" cy="13208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452100" y="5638800"/>
            <a:ext cx="1739900" cy="12573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42100" y="6464300"/>
            <a:ext cx="1968500" cy="6096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36200" y="6502400"/>
            <a:ext cx="2159000" cy="6096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046200" y="3187700"/>
            <a:ext cx="2171700" cy="7874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366000" y="7810500"/>
            <a:ext cx="1625600" cy="8636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172700" y="7823200"/>
            <a:ext cx="1485900" cy="8636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363700" y="8559800"/>
            <a:ext cx="1130300" cy="12192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064500" y="8496300"/>
            <a:ext cx="2857500" cy="7366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340100" y="6121400"/>
            <a:ext cx="812800" cy="6858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876800" y="7061200"/>
            <a:ext cx="6731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14800" y="9817100"/>
            <a:ext cx="12573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700" y="1231900"/>
            <a:ext cx="2616200" cy="1346200"/>
          </a:xfrm>
          <a:prstGeom prst="rect">
            <a:avLst/>
          </a:prstGeom>
        </p:spPr>
      </p:pic>
      <p:pic>
        <p:nvPicPr>
          <p:cNvPr id="11" name="유음영상22">
            <a:hlinkClick r:id="" action="ppaction://media"/>
            <a:extLst>
              <a:ext uri="{FF2B5EF4-FFF2-40B4-BE49-F238E27FC236}">
                <a16:creationId xmlns:a16="http://schemas.microsoft.com/office/drawing/2014/main" id="{7514F08C-2E9B-9131-0B51-C015C5E73A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981700" y="120683"/>
            <a:ext cx="6324600" cy="10045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50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279400"/>
            <a:ext cx="647700" cy="647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79400"/>
            <a:ext cx="647700" cy="64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279400"/>
            <a:ext cx="647700" cy="647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0" y="279400"/>
            <a:ext cx="647700" cy="647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0" y="279400"/>
            <a:ext cx="647700" cy="647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79400"/>
            <a:ext cx="647700" cy="6477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0" y="279400"/>
            <a:ext cx="647700" cy="6477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0" y="279400"/>
            <a:ext cx="647700" cy="6477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0" y="279400"/>
            <a:ext cx="647700" cy="6477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0" y="279400"/>
            <a:ext cx="647700" cy="647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520700"/>
            <a:ext cx="266700" cy="1905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400" y="482600"/>
            <a:ext cx="215900" cy="2286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508000"/>
            <a:ext cx="215900" cy="215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482600"/>
            <a:ext cx="266700" cy="266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508000"/>
            <a:ext cx="266700" cy="2159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700" y="482600"/>
            <a:ext cx="254000" cy="2540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0" y="482600"/>
            <a:ext cx="254000" cy="2540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1800" y="508000"/>
            <a:ext cx="304800" cy="2159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0300" y="495300"/>
            <a:ext cx="254000" cy="2540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190347600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43000"/>
            <a:ext cx="17094200" cy="12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198100"/>
            <a:ext cx="18288000" cy="101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34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" y="533400"/>
            <a:ext cx="203200" cy="2032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482600"/>
            <a:ext cx="254000" cy="2540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43300" y="9613900"/>
            <a:ext cx="2057400" cy="6731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02200" y="5638800"/>
            <a:ext cx="8496300" cy="7493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9055100" y="5994400"/>
            <a:ext cx="203200" cy="254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0477500" y="5994400"/>
            <a:ext cx="203200" cy="2540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210300" y="6007100"/>
            <a:ext cx="203200" cy="254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7645400" y="5994400"/>
            <a:ext cx="203200" cy="2540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59" name="Picture 5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1925300" y="6007100"/>
            <a:ext cx="203200" cy="254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2200" y="3213100"/>
            <a:ext cx="14198600" cy="18669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4100" y="495300"/>
            <a:ext cx="520700" cy="6096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256000" y="9791700"/>
            <a:ext cx="2082800" cy="4064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78000" y="4013200"/>
            <a:ext cx="13550900" cy="20320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4000" y="5791200"/>
            <a:ext cx="889000" cy="9144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2100" y="5791200"/>
            <a:ext cx="889000" cy="914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51800" y="5803900"/>
            <a:ext cx="889000" cy="914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74200" y="5803900"/>
            <a:ext cx="889000" cy="9144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909300" y="5753100"/>
            <a:ext cx="927100" cy="6096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293600" y="5753100"/>
            <a:ext cx="9271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42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Windows11 K</dc:creator>
  <cp:lastModifiedBy>Windows11 K</cp:lastModifiedBy>
  <cp:revision>2</cp:revision>
  <dcterms:created xsi:type="dcterms:W3CDTF">2006-08-16T00:00:00Z</dcterms:created>
  <dcterms:modified xsi:type="dcterms:W3CDTF">2025-08-27T02:23:02Z</dcterms:modified>
</cp:coreProperties>
</file>